
<file path=[Content_Types].xml><?xml version="1.0" encoding="utf-8"?>
<Types xmlns="http://schemas.openxmlformats.org/package/2006/content-types">
  <Default Extension="png" ContentType="image/png"/>
  <Default Extension="jfif" ContentType="image/jpeg"/>
  <Default Extension="tmp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0" r:id="rId7"/>
    <p:sldId id="262" r:id="rId8"/>
    <p:sldId id="263" r:id="rId9"/>
    <p:sldId id="264" r:id="rId10"/>
    <p:sldId id="265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Rg st="1" end="8"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2" autoAdjust="0"/>
    <p:restoredTop sz="94676" autoAdjust="0"/>
  </p:normalViewPr>
  <p:slideViewPr>
    <p:cSldViewPr>
      <p:cViewPr varScale="1">
        <p:scale>
          <a:sx n="75" d="100"/>
          <a:sy n="75" d="100"/>
        </p:scale>
        <p:origin x="-52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fif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fif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29F6C2-056A-4D85-AF93-9A3B9FFD9E6F}" type="doc">
      <dgm:prSet loTypeId="urn:microsoft.com/office/officeart/2005/8/layout/hProcess10" loCatId="process" qsTypeId="urn:microsoft.com/office/officeart/2005/8/quickstyle/simple5" qsCatId="simple" csTypeId="urn:microsoft.com/office/officeart/2005/8/colors/accent1_3" csCatId="accent1" phldr="1"/>
      <dgm:spPr/>
    </dgm:pt>
    <dgm:pt modelId="{20EEC053-74CD-492A-A6F8-06B5CFF760C2}">
      <dgm:prSet phldrT="[Text]"/>
      <dgm:spPr>
        <a:noFill/>
        <a:ln w="76200">
          <a:solidFill>
            <a:schemeClr val="bg1"/>
          </a:solidFill>
        </a:ln>
      </dgm:spPr>
      <dgm:t>
        <a:bodyPr/>
        <a:lstStyle/>
        <a:p>
          <a:r>
            <a:rPr lang="en-US" b="1" dirty="0" smtClean="0">
              <a:solidFill>
                <a:schemeClr val="bg1">
                  <a:lumMod val="95000"/>
                  <a:lumOff val="5000"/>
                </a:schemeClr>
              </a:solidFill>
            </a:rPr>
            <a:t>Data-driven insights from aviation accident data (1962–2023)</a:t>
          </a:r>
          <a:endParaRPr lang="en-US" dirty="0">
            <a:solidFill>
              <a:schemeClr val="bg1">
                <a:lumMod val="95000"/>
                <a:lumOff val="5000"/>
              </a:schemeClr>
            </a:solidFill>
          </a:endParaRPr>
        </a:p>
      </dgm:t>
    </dgm:pt>
    <dgm:pt modelId="{318CB4E6-9DE7-4F18-9409-BDE5314ED26E}" type="parTrans" cxnId="{A83DC1A9-2ACD-4B9C-974A-E247C1147DCE}">
      <dgm:prSet/>
      <dgm:spPr/>
      <dgm:t>
        <a:bodyPr/>
        <a:lstStyle/>
        <a:p>
          <a:endParaRPr lang="en-US"/>
        </a:p>
      </dgm:t>
    </dgm:pt>
    <dgm:pt modelId="{FFB6F0A8-7CE1-426B-9A6A-A65C7F9E2382}" type="sibTrans" cxnId="{A83DC1A9-2ACD-4B9C-974A-E247C1147DCE}">
      <dgm:prSet/>
      <dgm:spPr/>
      <dgm:t>
        <a:bodyPr/>
        <a:lstStyle/>
        <a:p>
          <a:endParaRPr lang="en-US"/>
        </a:p>
      </dgm:t>
    </dgm:pt>
    <dgm:pt modelId="{EA82AE9A-66A0-4535-95BC-38D160E9EB3E}" type="pres">
      <dgm:prSet presAssocID="{3229F6C2-056A-4D85-AF93-9A3B9FFD9E6F}" presName="Name0" presStyleCnt="0">
        <dgm:presLayoutVars>
          <dgm:dir/>
          <dgm:resizeHandles val="exact"/>
        </dgm:presLayoutVars>
      </dgm:prSet>
      <dgm:spPr/>
    </dgm:pt>
    <dgm:pt modelId="{4FF4D52E-0472-4CA4-8B42-6BB00D95034A}" type="pres">
      <dgm:prSet presAssocID="{20EEC053-74CD-492A-A6F8-06B5CFF760C2}" presName="composite" presStyleCnt="0"/>
      <dgm:spPr/>
    </dgm:pt>
    <dgm:pt modelId="{748C32D5-74ED-4AFE-A8B5-1CC4A436583A}" type="pres">
      <dgm:prSet presAssocID="{20EEC053-74CD-492A-A6F8-06B5CFF760C2}" presName="imagSh" presStyleLbl="bgImgPlace1" presStyleIdx="0" presStyleCnt="1" custScaleX="132594" custScaleY="130191" custLinFactNeighborX="185" custLinFactNeighborY="2834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</dgm:spPr>
    </dgm:pt>
    <dgm:pt modelId="{AE399699-536B-4C83-9D68-F7744E30EB22}" type="pres">
      <dgm:prSet presAssocID="{20EEC053-74CD-492A-A6F8-06B5CFF760C2}" presName="txNode" presStyleLbl="node1" presStyleIdx="0" presStyleCnt="1" custScaleX="100000" custScaleY="63933" custLinFactNeighborX="-25937" custLinFactNeighborY="-61143">
        <dgm:presLayoutVars>
          <dgm:bulletEnabled val="1"/>
        </dgm:presLayoutVars>
      </dgm:prSet>
      <dgm:spPr>
        <a:prstGeom prst="flowChartDocument">
          <a:avLst/>
        </a:prstGeom>
      </dgm:spPr>
      <dgm:t>
        <a:bodyPr/>
        <a:lstStyle/>
        <a:p>
          <a:endParaRPr lang="en-US"/>
        </a:p>
      </dgm:t>
    </dgm:pt>
  </dgm:ptLst>
  <dgm:cxnLst>
    <dgm:cxn modelId="{3155A5F8-DD3B-427D-A214-FE9C9F669734}" type="presOf" srcId="{3229F6C2-056A-4D85-AF93-9A3B9FFD9E6F}" destId="{EA82AE9A-66A0-4535-95BC-38D160E9EB3E}" srcOrd="0" destOrd="0" presId="urn:microsoft.com/office/officeart/2005/8/layout/hProcess10"/>
    <dgm:cxn modelId="{EAF36021-ADB1-46AD-96DE-8A2F59A364B9}" type="presOf" srcId="{20EEC053-74CD-492A-A6F8-06B5CFF760C2}" destId="{AE399699-536B-4C83-9D68-F7744E30EB22}" srcOrd="0" destOrd="0" presId="urn:microsoft.com/office/officeart/2005/8/layout/hProcess10"/>
    <dgm:cxn modelId="{A83DC1A9-2ACD-4B9C-974A-E247C1147DCE}" srcId="{3229F6C2-056A-4D85-AF93-9A3B9FFD9E6F}" destId="{20EEC053-74CD-492A-A6F8-06B5CFF760C2}" srcOrd="0" destOrd="0" parTransId="{318CB4E6-9DE7-4F18-9409-BDE5314ED26E}" sibTransId="{FFB6F0A8-7CE1-426B-9A6A-A65C7F9E2382}"/>
    <dgm:cxn modelId="{E1CC82CB-88BF-4C64-89D3-AAE815430F39}" type="presParOf" srcId="{EA82AE9A-66A0-4535-95BC-38D160E9EB3E}" destId="{4FF4D52E-0472-4CA4-8B42-6BB00D95034A}" srcOrd="0" destOrd="0" presId="urn:microsoft.com/office/officeart/2005/8/layout/hProcess10"/>
    <dgm:cxn modelId="{A4CA3675-79C8-4FA3-A6EB-3338083FBF89}" type="presParOf" srcId="{4FF4D52E-0472-4CA4-8B42-6BB00D95034A}" destId="{748C32D5-74ED-4AFE-A8B5-1CC4A436583A}" srcOrd="0" destOrd="0" presId="urn:microsoft.com/office/officeart/2005/8/layout/hProcess10"/>
    <dgm:cxn modelId="{E5D6AE86-7F73-4901-B86A-AC83A374FDB5}" type="presParOf" srcId="{4FF4D52E-0472-4CA4-8B42-6BB00D95034A}" destId="{AE399699-536B-4C83-9D68-F7744E30EB22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6DC110-61FC-49CC-8296-FCB3B38B4C1E}" type="doc">
      <dgm:prSet loTypeId="urn:microsoft.com/office/officeart/2005/8/layout/gear1" loCatId="process" qsTypeId="urn:microsoft.com/office/officeart/2005/8/quickstyle/simple1" qsCatId="simple" csTypeId="urn:microsoft.com/office/officeart/2005/8/colors/accent1_2" csCatId="accent1" phldr="1"/>
      <dgm:spPr/>
    </dgm:pt>
    <dgm:pt modelId="{FC5BB9DC-EE85-4CC9-A882-DC8B289CF378}">
      <dgm:prSet phldrT="[Text]"/>
      <dgm:spPr/>
      <dgm:t>
        <a:bodyPr/>
        <a:lstStyle/>
        <a:p>
          <a:r>
            <a:rPr lang="en-US" dirty="0" smtClean="0"/>
            <a:t>Filling Null Values and Removing almost  null values</a:t>
          </a:r>
          <a:endParaRPr lang="en-US" dirty="0"/>
        </a:p>
      </dgm:t>
    </dgm:pt>
    <dgm:pt modelId="{65D122FC-5F4B-4077-A029-5D6280D8D74D}" type="parTrans" cxnId="{76089C5F-CEAE-4461-963A-5790676E3924}">
      <dgm:prSet/>
      <dgm:spPr/>
      <dgm:t>
        <a:bodyPr/>
        <a:lstStyle/>
        <a:p>
          <a:endParaRPr lang="en-US"/>
        </a:p>
      </dgm:t>
    </dgm:pt>
    <dgm:pt modelId="{9D7B94B7-EC4C-43CC-84EC-D1395F0E7A55}" type="sibTrans" cxnId="{76089C5F-CEAE-4461-963A-5790676E3924}">
      <dgm:prSet/>
      <dgm:spPr/>
      <dgm:t>
        <a:bodyPr/>
        <a:lstStyle/>
        <a:p>
          <a:endParaRPr lang="en-US"/>
        </a:p>
      </dgm:t>
    </dgm:pt>
    <dgm:pt modelId="{D45CDA06-36D1-47A5-BDAC-F60E19A18B72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/>
            <a:t>Changing Data types</a:t>
          </a:r>
          <a:endParaRPr lang="en-US" dirty="0"/>
        </a:p>
      </dgm:t>
    </dgm:pt>
    <dgm:pt modelId="{B8DFC76D-6FEC-48DD-B7F0-2C2BE7530780}" type="parTrans" cxnId="{2BA2B242-6672-4744-971F-B5F6F5E3BBE3}">
      <dgm:prSet/>
      <dgm:spPr/>
      <dgm:t>
        <a:bodyPr/>
        <a:lstStyle/>
        <a:p>
          <a:endParaRPr lang="en-US"/>
        </a:p>
      </dgm:t>
    </dgm:pt>
    <dgm:pt modelId="{1823C0B0-5814-44BF-A52D-3ED8776BB444}" type="sibTrans" cxnId="{2BA2B242-6672-4744-971F-B5F6F5E3BBE3}">
      <dgm:prSet/>
      <dgm:spPr/>
      <dgm:t>
        <a:bodyPr/>
        <a:lstStyle/>
        <a:p>
          <a:endParaRPr lang="en-US"/>
        </a:p>
      </dgm:t>
    </dgm:pt>
    <dgm:pt modelId="{433E7A09-FDA8-4A75-BED2-5AB3C901446A}">
      <dgm:prSet phldrT="[Text]"/>
      <dgm:spPr>
        <a:solidFill>
          <a:schemeClr val="bg2">
            <a:lumMod val="50000"/>
          </a:schemeClr>
        </a:solidFill>
        <a:ln>
          <a:solidFill>
            <a:schemeClr val="accent1">
              <a:lumMod val="60000"/>
              <a:lumOff val="40000"/>
            </a:schemeClr>
          </a:solidFill>
        </a:ln>
      </dgm:spPr>
      <dgm:t>
        <a:bodyPr/>
        <a:lstStyle/>
        <a:p>
          <a:r>
            <a:rPr lang="en-US" dirty="0" smtClean="0"/>
            <a:t>Removing  Duplicate Data</a:t>
          </a:r>
          <a:endParaRPr lang="en-US" dirty="0"/>
        </a:p>
      </dgm:t>
    </dgm:pt>
    <dgm:pt modelId="{BABE3B42-9DE8-4909-92AF-8E3CC8D2F19E}" type="parTrans" cxnId="{A067158C-3DC4-46C5-8F71-B38540991F03}">
      <dgm:prSet/>
      <dgm:spPr/>
      <dgm:t>
        <a:bodyPr/>
        <a:lstStyle/>
        <a:p>
          <a:endParaRPr lang="en-US"/>
        </a:p>
      </dgm:t>
    </dgm:pt>
    <dgm:pt modelId="{1E8D4B21-3D1A-4E69-9F36-A13990DB49E7}" type="sibTrans" cxnId="{A067158C-3DC4-46C5-8F71-B38540991F03}">
      <dgm:prSet/>
      <dgm:spPr/>
      <dgm:t>
        <a:bodyPr/>
        <a:lstStyle/>
        <a:p>
          <a:endParaRPr lang="en-US"/>
        </a:p>
      </dgm:t>
    </dgm:pt>
    <dgm:pt modelId="{664D705C-41D9-4F8F-8166-0AFBF323CC6E}" type="pres">
      <dgm:prSet presAssocID="{E56DC110-61FC-49CC-8296-FCB3B38B4C1E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6B4E1B93-47F4-4AFA-8DF9-D9B959654D3D}" type="pres">
      <dgm:prSet presAssocID="{FC5BB9DC-EE85-4CC9-A882-DC8B289CF378}" presName="gear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7F316B-A55E-4748-8020-C098F1386BE6}" type="pres">
      <dgm:prSet presAssocID="{FC5BB9DC-EE85-4CC9-A882-DC8B289CF378}" presName="gear1srcNode" presStyleLbl="node1" presStyleIdx="0" presStyleCnt="3"/>
      <dgm:spPr/>
    </dgm:pt>
    <dgm:pt modelId="{5616A114-BDC3-4645-A7B8-5B85E4CF27E2}" type="pres">
      <dgm:prSet presAssocID="{FC5BB9DC-EE85-4CC9-A882-DC8B289CF378}" presName="gear1dstNode" presStyleLbl="node1" presStyleIdx="0" presStyleCnt="3"/>
      <dgm:spPr/>
    </dgm:pt>
    <dgm:pt modelId="{D93CA989-33DB-47A9-BFD3-3C82C86A49BA}" type="pres">
      <dgm:prSet presAssocID="{D45CDA06-36D1-47A5-BDAC-F60E19A18B72}" presName="gear2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5EF151-BDEE-47BC-979D-19D935F944B4}" type="pres">
      <dgm:prSet presAssocID="{D45CDA06-36D1-47A5-BDAC-F60E19A18B72}" presName="gear2srcNode" presStyleLbl="node1" presStyleIdx="1" presStyleCnt="3"/>
      <dgm:spPr/>
    </dgm:pt>
    <dgm:pt modelId="{3B1CFBED-76AD-4370-826D-F07353EB77F7}" type="pres">
      <dgm:prSet presAssocID="{D45CDA06-36D1-47A5-BDAC-F60E19A18B72}" presName="gear2dstNode" presStyleLbl="node1" presStyleIdx="1" presStyleCnt="3"/>
      <dgm:spPr/>
    </dgm:pt>
    <dgm:pt modelId="{F1B3EF00-68AB-4E6E-9BC8-4DB2E02D6ECC}" type="pres">
      <dgm:prSet presAssocID="{433E7A09-FDA8-4A75-BED2-5AB3C901446A}" presName="gear3" presStyleLbl="node1" presStyleIdx="2" presStyleCnt="3"/>
      <dgm:spPr/>
      <dgm:t>
        <a:bodyPr/>
        <a:lstStyle/>
        <a:p>
          <a:endParaRPr lang="en-US"/>
        </a:p>
      </dgm:t>
    </dgm:pt>
    <dgm:pt modelId="{B6CE9C19-294A-4A3E-86E2-FCF16991CE7E}" type="pres">
      <dgm:prSet presAssocID="{433E7A09-FDA8-4A75-BED2-5AB3C901446A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0F3FFA-B50A-4BE4-AEE3-A0546ABB91C8}" type="pres">
      <dgm:prSet presAssocID="{433E7A09-FDA8-4A75-BED2-5AB3C901446A}" presName="gear3srcNode" presStyleLbl="node1" presStyleIdx="2" presStyleCnt="3"/>
      <dgm:spPr/>
    </dgm:pt>
    <dgm:pt modelId="{F00FE300-06D3-48B5-A80B-BAF28C8163CB}" type="pres">
      <dgm:prSet presAssocID="{433E7A09-FDA8-4A75-BED2-5AB3C901446A}" presName="gear3dstNode" presStyleLbl="node1" presStyleIdx="2" presStyleCnt="3"/>
      <dgm:spPr/>
    </dgm:pt>
    <dgm:pt modelId="{59A8DA48-B714-4D1D-8689-01C695F98FEC}" type="pres">
      <dgm:prSet presAssocID="{9D7B94B7-EC4C-43CC-84EC-D1395F0E7A55}" presName="connector1" presStyleLbl="sibTrans2D1" presStyleIdx="0" presStyleCnt="3"/>
      <dgm:spPr/>
    </dgm:pt>
    <dgm:pt modelId="{C079CAC3-6C76-4861-9BAC-7EFEC60FAB91}" type="pres">
      <dgm:prSet presAssocID="{1823C0B0-5814-44BF-A52D-3ED8776BB444}" presName="connector2" presStyleLbl="sibTrans2D1" presStyleIdx="1" presStyleCnt="3"/>
      <dgm:spPr/>
    </dgm:pt>
    <dgm:pt modelId="{DDED7584-5D8E-4BE9-B512-17BDF4BFA4AD}" type="pres">
      <dgm:prSet presAssocID="{1E8D4B21-3D1A-4E69-9F36-A13990DB49E7}" presName="connector3" presStyleLbl="sibTrans2D1" presStyleIdx="2" presStyleCnt="3"/>
      <dgm:spPr/>
    </dgm:pt>
  </dgm:ptLst>
  <dgm:cxnLst>
    <dgm:cxn modelId="{49388296-EB1A-4325-BB01-DE531A14DA70}" type="presOf" srcId="{FC5BB9DC-EE85-4CC9-A882-DC8B289CF378}" destId="{8C7F316B-A55E-4748-8020-C098F1386BE6}" srcOrd="1" destOrd="0" presId="urn:microsoft.com/office/officeart/2005/8/layout/gear1"/>
    <dgm:cxn modelId="{A067158C-3DC4-46C5-8F71-B38540991F03}" srcId="{E56DC110-61FC-49CC-8296-FCB3B38B4C1E}" destId="{433E7A09-FDA8-4A75-BED2-5AB3C901446A}" srcOrd="2" destOrd="0" parTransId="{BABE3B42-9DE8-4909-92AF-8E3CC8D2F19E}" sibTransId="{1E8D4B21-3D1A-4E69-9F36-A13990DB49E7}"/>
    <dgm:cxn modelId="{07A75ADC-06D4-4FC7-9AB2-58C594AF89D9}" type="presOf" srcId="{FC5BB9DC-EE85-4CC9-A882-DC8B289CF378}" destId="{6B4E1B93-47F4-4AFA-8DF9-D9B959654D3D}" srcOrd="0" destOrd="0" presId="urn:microsoft.com/office/officeart/2005/8/layout/gear1"/>
    <dgm:cxn modelId="{62E83E75-495A-4F97-AD67-1D21BAEC823A}" type="presOf" srcId="{D45CDA06-36D1-47A5-BDAC-F60E19A18B72}" destId="{D93CA989-33DB-47A9-BFD3-3C82C86A49BA}" srcOrd="0" destOrd="0" presId="urn:microsoft.com/office/officeart/2005/8/layout/gear1"/>
    <dgm:cxn modelId="{C11675EC-5C78-4A33-8064-0A1D908819BE}" type="presOf" srcId="{1823C0B0-5814-44BF-A52D-3ED8776BB444}" destId="{C079CAC3-6C76-4861-9BAC-7EFEC60FAB91}" srcOrd="0" destOrd="0" presId="urn:microsoft.com/office/officeart/2005/8/layout/gear1"/>
    <dgm:cxn modelId="{0E8F6F73-FEDB-420D-A5ED-3348308DFA99}" type="presOf" srcId="{9D7B94B7-EC4C-43CC-84EC-D1395F0E7A55}" destId="{59A8DA48-B714-4D1D-8689-01C695F98FEC}" srcOrd="0" destOrd="0" presId="urn:microsoft.com/office/officeart/2005/8/layout/gear1"/>
    <dgm:cxn modelId="{60722534-C57C-4830-9F17-BEBBD2435885}" type="presOf" srcId="{433E7A09-FDA8-4A75-BED2-5AB3C901446A}" destId="{B6CE9C19-294A-4A3E-86E2-FCF16991CE7E}" srcOrd="1" destOrd="0" presId="urn:microsoft.com/office/officeart/2005/8/layout/gear1"/>
    <dgm:cxn modelId="{2BA2B242-6672-4744-971F-B5F6F5E3BBE3}" srcId="{E56DC110-61FC-49CC-8296-FCB3B38B4C1E}" destId="{D45CDA06-36D1-47A5-BDAC-F60E19A18B72}" srcOrd="1" destOrd="0" parTransId="{B8DFC76D-6FEC-48DD-B7F0-2C2BE7530780}" sibTransId="{1823C0B0-5814-44BF-A52D-3ED8776BB444}"/>
    <dgm:cxn modelId="{3F824637-BEB4-49CC-B245-233FA2F52A97}" type="presOf" srcId="{1E8D4B21-3D1A-4E69-9F36-A13990DB49E7}" destId="{DDED7584-5D8E-4BE9-B512-17BDF4BFA4AD}" srcOrd="0" destOrd="0" presId="urn:microsoft.com/office/officeart/2005/8/layout/gear1"/>
    <dgm:cxn modelId="{82B77F70-F358-4DDC-9338-23B6E1FBC284}" type="presOf" srcId="{D45CDA06-36D1-47A5-BDAC-F60E19A18B72}" destId="{625EF151-BDEE-47BC-979D-19D935F944B4}" srcOrd="1" destOrd="0" presId="urn:microsoft.com/office/officeart/2005/8/layout/gear1"/>
    <dgm:cxn modelId="{013C2B07-AA85-4F0D-8A42-F49B02DBF90F}" type="presOf" srcId="{433E7A09-FDA8-4A75-BED2-5AB3C901446A}" destId="{F1B3EF00-68AB-4E6E-9BC8-4DB2E02D6ECC}" srcOrd="0" destOrd="0" presId="urn:microsoft.com/office/officeart/2005/8/layout/gear1"/>
    <dgm:cxn modelId="{89F41BF2-E62B-4D5D-9155-77C3ACD29B85}" type="presOf" srcId="{433E7A09-FDA8-4A75-BED2-5AB3C901446A}" destId="{510F3FFA-B50A-4BE4-AEE3-A0546ABB91C8}" srcOrd="2" destOrd="0" presId="urn:microsoft.com/office/officeart/2005/8/layout/gear1"/>
    <dgm:cxn modelId="{D92D03AA-2EBA-465B-AB9B-83138DB71FB7}" type="presOf" srcId="{D45CDA06-36D1-47A5-BDAC-F60E19A18B72}" destId="{3B1CFBED-76AD-4370-826D-F07353EB77F7}" srcOrd="2" destOrd="0" presId="urn:microsoft.com/office/officeart/2005/8/layout/gear1"/>
    <dgm:cxn modelId="{163A8D80-5FC6-4C74-A7DC-13170561079F}" type="presOf" srcId="{433E7A09-FDA8-4A75-BED2-5AB3C901446A}" destId="{F00FE300-06D3-48B5-A80B-BAF28C8163CB}" srcOrd="3" destOrd="0" presId="urn:microsoft.com/office/officeart/2005/8/layout/gear1"/>
    <dgm:cxn modelId="{3BD43366-7910-406A-AF9B-16D0FF8D0DB7}" type="presOf" srcId="{FC5BB9DC-EE85-4CC9-A882-DC8B289CF378}" destId="{5616A114-BDC3-4645-A7B8-5B85E4CF27E2}" srcOrd="2" destOrd="0" presId="urn:microsoft.com/office/officeart/2005/8/layout/gear1"/>
    <dgm:cxn modelId="{76089C5F-CEAE-4461-963A-5790676E3924}" srcId="{E56DC110-61FC-49CC-8296-FCB3B38B4C1E}" destId="{FC5BB9DC-EE85-4CC9-A882-DC8B289CF378}" srcOrd="0" destOrd="0" parTransId="{65D122FC-5F4B-4077-A029-5D6280D8D74D}" sibTransId="{9D7B94B7-EC4C-43CC-84EC-D1395F0E7A55}"/>
    <dgm:cxn modelId="{7C58E005-66C6-45B4-902B-4A65E49E12B6}" type="presOf" srcId="{E56DC110-61FC-49CC-8296-FCB3B38B4C1E}" destId="{664D705C-41D9-4F8F-8166-0AFBF323CC6E}" srcOrd="0" destOrd="0" presId="urn:microsoft.com/office/officeart/2005/8/layout/gear1"/>
    <dgm:cxn modelId="{180A71C1-B5C4-470C-A881-5B4F807F740E}" type="presParOf" srcId="{664D705C-41D9-4F8F-8166-0AFBF323CC6E}" destId="{6B4E1B93-47F4-4AFA-8DF9-D9B959654D3D}" srcOrd="0" destOrd="0" presId="urn:microsoft.com/office/officeart/2005/8/layout/gear1"/>
    <dgm:cxn modelId="{ED6242A4-AE49-48A3-B674-D6FC382E1865}" type="presParOf" srcId="{664D705C-41D9-4F8F-8166-0AFBF323CC6E}" destId="{8C7F316B-A55E-4748-8020-C098F1386BE6}" srcOrd="1" destOrd="0" presId="urn:microsoft.com/office/officeart/2005/8/layout/gear1"/>
    <dgm:cxn modelId="{6162B952-DB7D-404E-9116-D7578DBCB25D}" type="presParOf" srcId="{664D705C-41D9-4F8F-8166-0AFBF323CC6E}" destId="{5616A114-BDC3-4645-A7B8-5B85E4CF27E2}" srcOrd="2" destOrd="0" presId="urn:microsoft.com/office/officeart/2005/8/layout/gear1"/>
    <dgm:cxn modelId="{A999FB9B-7373-4B72-B42A-A92E2578725B}" type="presParOf" srcId="{664D705C-41D9-4F8F-8166-0AFBF323CC6E}" destId="{D93CA989-33DB-47A9-BFD3-3C82C86A49BA}" srcOrd="3" destOrd="0" presId="urn:microsoft.com/office/officeart/2005/8/layout/gear1"/>
    <dgm:cxn modelId="{3D6B82B2-A875-4E88-9540-5E633DC6346C}" type="presParOf" srcId="{664D705C-41D9-4F8F-8166-0AFBF323CC6E}" destId="{625EF151-BDEE-47BC-979D-19D935F944B4}" srcOrd="4" destOrd="0" presId="urn:microsoft.com/office/officeart/2005/8/layout/gear1"/>
    <dgm:cxn modelId="{86C45758-F3E1-451C-B441-681CC1B664B6}" type="presParOf" srcId="{664D705C-41D9-4F8F-8166-0AFBF323CC6E}" destId="{3B1CFBED-76AD-4370-826D-F07353EB77F7}" srcOrd="5" destOrd="0" presId="urn:microsoft.com/office/officeart/2005/8/layout/gear1"/>
    <dgm:cxn modelId="{7E2E114F-EE05-48FD-A31B-4A716BFECC1D}" type="presParOf" srcId="{664D705C-41D9-4F8F-8166-0AFBF323CC6E}" destId="{F1B3EF00-68AB-4E6E-9BC8-4DB2E02D6ECC}" srcOrd="6" destOrd="0" presId="urn:microsoft.com/office/officeart/2005/8/layout/gear1"/>
    <dgm:cxn modelId="{1321494D-665D-4A4D-8687-B9FB3D097587}" type="presParOf" srcId="{664D705C-41D9-4F8F-8166-0AFBF323CC6E}" destId="{B6CE9C19-294A-4A3E-86E2-FCF16991CE7E}" srcOrd="7" destOrd="0" presId="urn:microsoft.com/office/officeart/2005/8/layout/gear1"/>
    <dgm:cxn modelId="{A1560775-9AAF-443E-B803-2222DD21D4C4}" type="presParOf" srcId="{664D705C-41D9-4F8F-8166-0AFBF323CC6E}" destId="{510F3FFA-B50A-4BE4-AEE3-A0546ABB91C8}" srcOrd="8" destOrd="0" presId="urn:microsoft.com/office/officeart/2005/8/layout/gear1"/>
    <dgm:cxn modelId="{B481B084-5AD6-4D21-BFDB-5EFBBF9E2A69}" type="presParOf" srcId="{664D705C-41D9-4F8F-8166-0AFBF323CC6E}" destId="{F00FE300-06D3-48B5-A80B-BAF28C8163CB}" srcOrd="9" destOrd="0" presId="urn:microsoft.com/office/officeart/2005/8/layout/gear1"/>
    <dgm:cxn modelId="{40FD6A93-148A-4AF3-8170-2E137BD5D385}" type="presParOf" srcId="{664D705C-41D9-4F8F-8166-0AFBF323CC6E}" destId="{59A8DA48-B714-4D1D-8689-01C695F98FEC}" srcOrd="10" destOrd="0" presId="urn:microsoft.com/office/officeart/2005/8/layout/gear1"/>
    <dgm:cxn modelId="{E3A1D404-DEE3-4916-B127-7C611E0C1F3C}" type="presParOf" srcId="{664D705C-41D9-4F8F-8166-0AFBF323CC6E}" destId="{C079CAC3-6C76-4861-9BAC-7EFEC60FAB91}" srcOrd="11" destOrd="0" presId="urn:microsoft.com/office/officeart/2005/8/layout/gear1"/>
    <dgm:cxn modelId="{F1D6AC93-8073-4F83-AC56-81DCFA884538}" type="presParOf" srcId="{664D705C-41D9-4F8F-8166-0AFBF323CC6E}" destId="{DDED7584-5D8E-4BE9-B512-17BDF4BFA4AD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6C7AFA1-01EE-40DD-BEE5-9C7056ABE7FF}" type="doc">
      <dgm:prSet loTypeId="urn:microsoft.com/office/officeart/2005/8/layout/vList3" loCatId="picture" qsTypeId="urn:microsoft.com/office/officeart/2005/8/quickstyle/simple1" qsCatId="simple" csTypeId="urn:microsoft.com/office/officeart/2005/8/colors/accent1_2" csCatId="accent1" phldr="1"/>
      <dgm:spPr/>
    </dgm:pt>
    <dgm:pt modelId="{77B477D9-27C9-4BD1-BEE5-092444D89E27}">
      <dgm:prSet phldrT="[Text]"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b="1" dirty="0" smtClean="0"/>
            <a:t> Modern Aircraft makes and models with newer engine make technologies are associated with reduced accident severity</a:t>
          </a:r>
          <a:r>
            <a:rPr lang="en-US" dirty="0" smtClean="0"/>
            <a:t>.</a:t>
          </a:r>
          <a:endParaRPr lang="en-US" dirty="0"/>
        </a:p>
      </dgm:t>
    </dgm:pt>
    <dgm:pt modelId="{E483FCB6-E9D3-445F-88BF-6D66FC7A11D8}" type="parTrans" cxnId="{0161052C-85E1-40FD-AD4F-81F5C845E090}">
      <dgm:prSet/>
      <dgm:spPr/>
      <dgm:t>
        <a:bodyPr/>
        <a:lstStyle/>
        <a:p>
          <a:endParaRPr lang="en-US"/>
        </a:p>
      </dgm:t>
    </dgm:pt>
    <dgm:pt modelId="{DA389E85-7DF1-493C-AF2F-9B2E2CC41AB2}" type="sibTrans" cxnId="{0161052C-85E1-40FD-AD4F-81F5C845E090}">
      <dgm:prSet/>
      <dgm:spPr/>
      <dgm:t>
        <a:bodyPr/>
        <a:lstStyle/>
        <a:p>
          <a:endParaRPr lang="en-US"/>
        </a:p>
      </dgm:t>
    </dgm:pt>
    <dgm:pt modelId="{ED675736-3ED9-4C9F-8B8E-1D4AA6FAAB29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b="1" dirty="0" smtClean="0"/>
            <a:t>Pilot decisions and experience contribute to most accidents. </a:t>
          </a:r>
          <a:endParaRPr lang="en-US" b="1" dirty="0"/>
        </a:p>
      </dgm:t>
    </dgm:pt>
    <dgm:pt modelId="{E956ECD7-724A-48C8-80A7-0CC57C855A46}" type="parTrans" cxnId="{033FA5D6-0FDF-48C4-A4B0-47D15C1555C6}">
      <dgm:prSet/>
      <dgm:spPr/>
      <dgm:t>
        <a:bodyPr/>
        <a:lstStyle/>
        <a:p>
          <a:endParaRPr lang="en-US"/>
        </a:p>
      </dgm:t>
    </dgm:pt>
    <dgm:pt modelId="{FCE3C67E-AE03-464A-9B73-DF46062A935E}" type="sibTrans" cxnId="{033FA5D6-0FDF-48C4-A4B0-47D15C1555C6}">
      <dgm:prSet/>
      <dgm:spPr/>
      <dgm:t>
        <a:bodyPr/>
        <a:lstStyle/>
        <a:p>
          <a:endParaRPr lang="en-US"/>
        </a:p>
      </dgm:t>
    </dgm:pt>
    <dgm:pt modelId="{B496DA24-D0C9-425E-B3AC-A5B699A71AC2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b="1" dirty="0" smtClean="0"/>
            <a:t>Commercial aviation frameworks provide safer operational environments.</a:t>
          </a:r>
          <a:endParaRPr lang="en-US" b="1" dirty="0"/>
        </a:p>
      </dgm:t>
    </dgm:pt>
    <dgm:pt modelId="{B82C506E-D345-457F-9DCF-F7F8CA4A9F7C}" type="parTrans" cxnId="{3FBB9019-16A0-4BE6-A101-4B7CBF828CD1}">
      <dgm:prSet/>
      <dgm:spPr/>
      <dgm:t>
        <a:bodyPr/>
        <a:lstStyle/>
        <a:p>
          <a:endParaRPr lang="en-US"/>
        </a:p>
      </dgm:t>
    </dgm:pt>
    <dgm:pt modelId="{2082065C-0E01-4152-86C3-298ECC5A6454}" type="sibTrans" cxnId="{3FBB9019-16A0-4BE6-A101-4B7CBF828CD1}">
      <dgm:prSet/>
      <dgm:spPr/>
      <dgm:t>
        <a:bodyPr/>
        <a:lstStyle/>
        <a:p>
          <a:endParaRPr lang="en-US"/>
        </a:p>
      </dgm:t>
    </dgm:pt>
    <dgm:pt modelId="{CAB0A6AE-13E3-4848-A8CD-14728F9A6668}" type="pres">
      <dgm:prSet presAssocID="{D6C7AFA1-01EE-40DD-BEE5-9C7056ABE7FF}" presName="linearFlow" presStyleCnt="0">
        <dgm:presLayoutVars>
          <dgm:dir/>
          <dgm:resizeHandles val="exact"/>
        </dgm:presLayoutVars>
      </dgm:prSet>
      <dgm:spPr/>
    </dgm:pt>
    <dgm:pt modelId="{4B011946-7BEA-4671-AB54-05D79908BEC7}" type="pres">
      <dgm:prSet presAssocID="{77B477D9-27C9-4BD1-BEE5-092444D89E27}" presName="composite" presStyleCnt="0"/>
      <dgm:spPr/>
    </dgm:pt>
    <dgm:pt modelId="{BA9AF9CF-EC47-475B-B0B4-1F1B3FEC0BE0}" type="pres">
      <dgm:prSet presAssocID="{77B477D9-27C9-4BD1-BEE5-092444D89E27}" presName="imgShp" presStyleLbl="fgImgPlac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  <dgm:pt modelId="{90404FCF-7023-44B1-960D-065210C2859A}" type="pres">
      <dgm:prSet presAssocID="{77B477D9-27C9-4BD1-BEE5-092444D89E27}" presName="txShp" presStyleLbl="node1" presStyleIdx="0" presStyleCnt="3" custScaleX="116558" custScaleY="14536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B19058-A865-49CF-8F52-AFBBEA154B48}" type="pres">
      <dgm:prSet presAssocID="{DA389E85-7DF1-493C-AF2F-9B2E2CC41AB2}" presName="spacing" presStyleCnt="0"/>
      <dgm:spPr/>
    </dgm:pt>
    <dgm:pt modelId="{F28BF2C5-C424-4E99-9651-EB45DD4214A6}" type="pres">
      <dgm:prSet presAssocID="{ED675736-3ED9-4C9F-8B8E-1D4AA6FAAB29}" presName="composite" presStyleCnt="0"/>
      <dgm:spPr/>
    </dgm:pt>
    <dgm:pt modelId="{4105DF36-6F6F-4B46-A4D0-2B5AB582BA01}" type="pres">
      <dgm:prSet presAssocID="{ED675736-3ED9-4C9F-8B8E-1D4AA6FAAB29}" presName="imgShp" presStyleLbl="fgImgPlace1" presStyleIdx="1" presStyleCnt="3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  <dgm:pt modelId="{1A9CEF8E-CDFA-485F-9B69-93BDD57D2070}" type="pres">
      <dgm:prSet presAssocID="{ED675736-3ED9-4C9F-8B8E-1D4AA6FAAB29}" presName="txShp" presStyleLbl="node1" presStyleIdx="1" presStyleCnt="3" custScaleX="115248" custScaleY="13245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EB408D-48C5-4273-A0A2-4EE497FB2824}" type="pres">
      <dgm:prSet presAssocID="{FCE3C67E-AE03-464A-9B73-DF46062A935E}" presName="spacing" presStyleCnt="0"/>
      <dgm:spPr/>
    </dgm:pt>
    <dgm:pt modelId="{6373BFFF-D647-4D44-A363-B15A2D473447}" type="pres">
      <dgm:prSet presAssocID="{B496DA24-D0C9-425E-B3AC-A5B699A71AC2}" presName="composite" presStyleCnt="0"/>
      <dgm:spPr/>
    </dgm:pt>
    <dgm:pt modelId="{D8BAB2AC-DDCD-45B9-A4B7-A92C0AE32792}" type="pres">
      <dgm:prSet presAssocID="{B496DA24-D0C9-425E-B3AC-A5B699A71AC2}" presName="imgShp" presStyleLbl="fgImgPlace1" presStyleIdx="2" presStyleCnt="3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  <dgm:pt modelId="{FCDB310A-20A3-4914-9960-5CD00C1F571D}" type="pres">
      <dgm:prSet presAssocID="{B496DA24-D0C9-425E-B3AC-A5B699A71AC2}" presName="txShp" presStyleLbl="node1" presStyleIdx="2" presStyleCnt="3" custScaleX="111688" custScaleY="15674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33FA5D6-0FDF-48C4-A4B0-47D15C1555C6}" srcId="{D6C7AFA1-01EE-40DD-BEE5-9C7056ABE7FF}" destId="{ED675736-3ED9-4C9F-8B8E-1D4AA6FAAB29}" srcOrd="1" destOrd="0" parTransId="{E956ECD7-724A-48C8-80A7-0CC57C855A46}" sibTransId="{FCE3C67E-AE03-464A-9B73-DF46062A935E}"/>
    <dgm:cxn modelId="{CBD301A3-A05E-40E3-956A-A227E2980A00}" type="presOf" srcId="{77B477D9-27C9-4BD1-BEE5-092444D89E27}" destId="{90404FCF-7023-44B1-960D-065210C2859A}" srcOrd="0" destOrd="0" presId="urn:microsoft.com/office/officeart/2005/8/layout/vList3"/>
    <dgm:cxn modelId="{F3ABB482-876E-4C4A-8F2D-B84558973000}" type="presOf" srcId="{ED675736-3ED9-4C9F-8B8E-1D4AA6FAAB29}" destId="{1A9CEF8E-CDFA-485F-9B69-93BDD57D2070}" srcOrd="0" destOrd="0" presId="urn:microsoft.com/office/officeart/2005/8/layout/vList3"/>
    <dgm:cxn modelId="{13460AE4-3297-49F5-A010-51B4CA4C6C03}" type="presOf" srcId="{D6C7AFA1-01EE-40DD-BEE5-9C7056ABE7FF}" destId="{CAB0A6AE-13E3-4848-A8CD-14728F9A6668}" srcOrd="0" destOrd="0" presId="urn:microsoft.com/office/officeart/2005/8/layout/vList3"/>
    <dgm:cxn modelId="{F6024B22-8A5F-48BE-851F-1E84E8669CB6}" type="presOf" srcId="{B496DA24-D0C9-425E-B3AC-A5B699A71AC2}" destId="{FCDB310A-20A3-4914-9960-5CD00C1F571D}" srcOrd="0" destOrd="0" presId="urn:microsoft.com/office/officeart/2005/8/layout/vList3"/>
    <dgm:cxn modelId="{3FBB9019-16A0-4BE6-A101-4B7CBF828CD1}" srcId="{D6C7AFA1-01EE-40DD-BEE5-9C7056ABE7FF}" destId="{B496DA24-D0C9-425E-B3AC-A5B699A71AC2}" srcOrd="2" destOrd="0" parTransId="{B82C506E-D345-457F-9DCF-F7F8CA4A9F7C}" sibTransId="{2082065C-0E01-4152-86C3-298ECC5A6454}"/>
    <dgm:cxn modelId="{0161052C-85E1-40FD-AD4F-81F5C845E090}" srcId="{D6C7AFA1-01EE-40DD-BEE5-9C7056ABE7FF}" destId="{77B477D9-27C9-4BD1-BEE5-092444D89E27}" srcOrd="0" destOrd="0" parTransId="{E483FCB6-E9D3-445F-88BF-6D66FC7A11D8}" sibTransId="{DA389E85-7DF1-493C-AF2F-9B2E2CC41AB2}"/>
    <dgm:cxn modelId="{B7851395-FAF8-4C97-A844-FFE53444BBD6}" type="presParOf" srcId="{CAB0A6AE-13E3-4848-A8CD-14728F9A6668}" destId="{4B011946-7BEA-4671-AB54-05D79908BEC7}" srcOrd="0" destOrd="0" presId="urn:microsoft.com/office/officeart/2005/8/layout/vList3"/>
    <dgm:cxn modelId="{75BA97F4-5757-4280-97F8-4F80AA408279}" type="presParOf" srcId="{4B011946-7BEA-4671-AB54-05D79908BEC7}" destId="{BA9AF9CF-EC47-475B-B0B4-1F1B3FEC0BE0}" srcOrd="0" destOrd="0" presId="urn:microsoft.com/office/officeart/2005/8/layout/vList3"/>
    <dgm:cxn modelId="{5737D5FF-AA4D-473E-94F7-A2D1F30B1184}" type="presParOf" srcId="{4B011946-7BEA-4671-AB54-05D79908BEC7}" destId="{90404FCF-7023-44B1-960D-065210C2859A}" srcOrd="1" destOrd="0" presId="urn:microsoft.com/office/officeart/2005/8/layout/vList3"/>
    <dgm:cxn modelId="{27B47F4C-390B-4676-A216-D848BF523E81}" type="presParOf" srcId="{CAB0A6AE-13E3-4848-A8CD-14728F9A6668}" destId="{BFB19058-A865-49CF-8F52-AFBBEA154B48}" srcOrd="1" destOrd="0" presId="urn:microsoft.com/office/officeart/2005/8/layout/vList3"/>
    <dgm:cxn modelId="{E8C460C4-9BC8-4994-8084-68AEC3B99B1D}" type="presParOf" srcId="{CAB0A6AE-13E3-4848-A8CD-14728F9A6668}" destId="{F28BF2C5-C424-4E99-9651-EB45DD4214A6}" srcOrd="2" destOrd="0" presId="urn:microsoft.com/office/officeart/2005/8/layout/vList3"/>
    <dgm:cxn modelId="{CDFB7A51-E939-432A-919B-026E00D8D4F1}" type="presParOf" srcId="{F28BF2C5-C424-4E99-9651-EB45DD4214A6}" destId="{4105DF36-6F6F-4B46-A4D0-2B5AB582BA01}" srcOrd="0" destOrd="0" presId="urn:microsoft.com/office/officeart/2005/8/layout/vList3"/>
    <dgm:cxn modelId="{A60D9DEC-A358-4D5E-8C78-3D82BE0A06A8}" type="presParOf" srcId="{F28BF2C5-C424-4E99-9651-EB45DD4214A6}" destId="{1A9CEF8E-CDFA-485F-9B69-93BDD57D2070}" srcOrd="1" destOrd="0" presId="urn:microsoft.com/office/officeart/2005/8/layout/vList3"/>
    <dgm:cxn modelId="{0396F726-2F11-4910-88C7-84AC375185A3}" type="presParOf" srcId="{CAB0A6AE-13E3-4848-A8CD-14728F9A6668}" destId="{E6EB408D-48C5-4273-A0A2-4EE497FB2824}" srcOrd="3" destOrd="0" presId="urn:microsoft.com/office/officeart/2005/8/layout/vList3"/>
    <dgm:cxn modelId="{2E35D92E-69DA-444B-8989-48F628FB450D}" type="presParOf" srcId="{CAB0A6AE-13E3-4848-A8CD-14728F9A6668}" destId="{6373BFFF-D647-4D44-A363-B15A2D473447}" srcOrd="4" destOrd="0" presId="urn:microsoft.com/office/officeart/2005/8/layout/vList3"/>
    <dgm:cxn modelId="{0372886C-3017-4226-ACD4-8AFF76AEC2D6}" type="presParOf" srcId="{6373BFFF-D647-4D44-A363-B15A2D473447}" destId="{D8BAB2AC-DDCD-45B9-A4B7-A92C0AE32792}" srcOrd="0" destOrd="0" presId="urn:microsoft.com/office/officeart/2005/8/layout/vList3"/>
    <dgm:cxn modelId="{B289F625-6CF2-47E8-837D-1198C75A452F}" type="presParOf" srcId="{6373BFFF-D647-4D44-A363-B15A2D473447}" destId="{FCDB310A-20A3-4914-9960-5CD00C1F571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18DF2B-1942-4FC7-8741-241950BD215E}" type="doc">
      <dgm:prSet loTypeId="urn:microsoft.com/office/officeart/2005/8/layout/h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11CBBF-7A53-4509-99A4-1002FF93599F}">
      <dgm:prSet phldrT="[Text]" custT="1"/>
      <dgm:spPr/>
      <dgm:t>
        <a:bodyPr/>
        <a:lstStyle/>
        <a:p>
          <a:r>
            <a:rPr lang="en-US" sz="1800" b="1" dirty="0" smtClean="0"/>
            <a:t>Top Aircraft Makes</a:t>
          </a:r>
          <a:endParaRPr lang="en-US" sz="1800" b="1" dirty="0"/>
        </a:p>
      </dgm:t>
    </dgm:pt>
    <dgm:pt modelId="{D6CB8C14-F494-4005-9163-900ECCDCEB6A}" type="parTrans" cxnId="{7F4952AE-770D-4D5B-8641-6DD4905A0B25}">
      <dgm:prSet/>
      <dgm:spPr/>
      <dgm:t>
        <a:bodyPr/>
        <a:lstStyle/>
        <a:p>
          <a:endParaRPr lang="en-US"/>
        </a:p>
      </dgm:t>
    </dgm:pt>
    <dgm:pt modelId="{30606850-1E7D-489C-ABCB-62B5D0457C8A}" type="sibTrans" cxnId="{7F4952AE-770D-4D5B-8641-6DD4905A0B25}">
      <dgm:prSet/>
      <dgm:spPr/>
      <dgm:t>
        <a:bodyPr/>
        <a:lstStyle/>
        <a:p>
          <a:endParaRPr lang="en-US"/>
        </a:p>
      </dgm:t>
    </dgm:pt>
    <dgm:pt modelId="{9AF543B9-3A3B-4D2A-B786-78029FC9BEEE}">
      <dgm:prSet phldrT="[Text]" custT="1"/>
      <dgm:spPr/>
      <dgm:t>
        <a:bodyPr/>
        <a:lstStyle/>
        <a:p>
          <a:r>
            <a:rPr lang="en-US" sz="1600" b="1" dirty="0" smtClean="0"/>
            <a:t>Zenith CH-701 </a:t>
          </a:r>
          <a:endParaRPr lang="en-US" sz="1600" dirty="0"/>
        </a:p>
      </dgm:t>
    </dgm:pt>
    <dgm:pt modelId="{B65D1605-907E-44C4-AA5D-AE54306533B7}" type="parTrans" cxnId="{B86DF01A-0BFC-44B8-A470-3AB355B20FCD}">
      <dgm:prSet/>
      <dgm:spPr/>
      <dgm:t>
        <a:bodyPr/>
        <a:lstStyle/>
        <a:p>
          <a:endParaRPr lang="en-US"/>
        </a:p>
      </dgm:t>
    </dgm:pt>
    <dgm:pt modelId="{C0270529-3F32-48B2-8947-56E4CEFCF567}" type="sibTrans" cxnId="{B86DF01A-0BFC-44B8-A470-3AB355B20FCD}">
      <dgm:prSet/>
      <dgm:spPr/>
      <dgm:t>
        <a:bodyPr/>
        <a:lstStyle/>
        <a:p>
          <a:endParaRPr lang="en-US"/>
        </a:p>
      </dgm:t>
    </dgm:pt>
    <dgm:pt modelId="{D3585916-9FB2-4A3E-B7C1-1AA456645231}">
      <dgm:prSet phldrT="[Text]" custT="1"/>
      <dgm:spPr/>
      <dgm:t>
        <a:bodyPr/>
        <a:lstStyle/>
        <a:p>
          <a:r>
            <a:rPr lang="en-US" sz="1800" b="1" dirty="0" smtClean="0"/>
            <a:t>Top Aircraft Models</a:t>
          </a:r>
          <a:endParaRPr lang="en-US" sz="1800" b="1" dirty="0"/>
        </a:p>
      </dgm:t>
    </dgm:pt>
    <dgm:pt modelId="{274BDA37-465B-43D2-9BDA-D401B76872B2}" type="parTrans" cxnId="{542DB7C4-EA7A-48A2-B59D-4CD8A4F4B1BE}">
      <dgm:prSet/>
      <dgm:spPr/>
      <dgm:t>
        <a:bodyPr/>
        <a:lstStyle/>
        <a:p>
          <a:endParaRPr lang="en-US"/>
        </a:p>
      </dgm:t>
    </dgm:pt>
    <dgm:pt modelId="{DB39341E-627E-47E3-9B0C-B20899A03F4E}" type="sibTrans" cxnId="{542DB7C4-EA7A-48A2-B59D-4CD8A4F4B1BE}">
      <dgm:prSet/>
      <dgm:spPr/>
      <dgm:t>
        <a:bodyPr/>
        <a:lstStyle/>
        <a:p>
          <a:endParaRPr lang="en-US"/>
        </a:p>
      </dgm:t>
    </dgm:pt>
    <dgm:pt modelId="{1792BB62-41B1-47D0-A08C-EA634F8A4B7F}">
      <dgm:prSet phldrT="[Text]" custT="1"/>
      <dgm:spPr/>
      <dgm:t>
        <a:bodyPr/>
        <a:lstStyle/>
        <a:p>
          <a:r>
            <a:rPr lang="en-US" sz="1600" b="1" dirty="0" err="1" smtClean="0"/>
            <a:t>Zilz</a:t>
          </a:r>
          <a:endParaRPr lang="en-US" sz="1600" b="1" dirty="0"/>
        </a:p>
      </dgm:t>
    </dgm:pt>
    <dgm:pt modelId="{94EABC53-AAA1-49D1-B501-BFA441068848}" type="parTrans" cxnId="{04EB482D-5F57-4E87-93B0-3CD17F6FD964}">
      <dgm:prSet/>
      <dgm:spPr/>
      <dgm:t>
        <a:bodyPr/>
        <a:lstStyle/>
        <a:p>
          <a:endParaRPr lang="en-US"/>
        </a:p>
      </dgm:t>
    </dgm:pt>
    <dgm:pt modelId="{936AB105-ADF7-4759-B6C4-7E8752F8636B}" type="sibTrans" cxnId="{04EB482D-5F57-4E87-93B0-3CD17F6FD964}">
      <dgm:prSet/>
      <dgm:spPr/>
      <dgm:t>
        <a:bodyPr/>
        <a:lstStyle/>
        <a:p>
          <a:endParaRPr lang="en-US"/>
        </a:p>
      </dgm:t>
    </dgm:pt>
    <dgm:pt modelId="{75BD9D2D-FC1A-44AD-B90D-641B26B85181}">
      <dgm:prSet phldrT="[Text]" custT="1"/>
      <dgm:spPr/>
      <dgm:t>
        <a:bodyPr/>
        <a:lstStyle/>
        <a:p>
          <a:r>
            <a:rPr lang="en-US" sz="1800" b="1" dirty="0" smtClean="0"/>
            <a:t>Top Aircraft Engines</a:t>
          </a:r>
          <a:endParaRPr lang="en-US" sz="1800" b="1" dirty="0"/>
        </a:p>
      </dgm:t>
    </dgm:pt>
    <dgm:pt modelId="{7EF9909C-2229-4EFA-9D1B-3D86BA4DA730}" type="parTrans" cxnId="{80FE094F-2BCA-4B65-A543-46107C5B4082}">
      <dgm:prSet/>
      <dgm:spPr/>
      <dgm:t>
        <a:bodyPr/>
        <a:lstStyle/>
        <a:p>
          <a:endParaRPr lang="en-US"/>
        </a:p>
      </dgm:t>
    </dgm:pt>
    <dgm:pt modelId="{45DD3FAE-DCAC-4A83-A865-4A1DB6A2115D}" type="sibTrans" cxnId="{80FE094F-2BCA-4B65-A543-46107C5B4082}">
      <dgm:prSet/>
      <dgm:spPr/>
      <dgm:t>
        <a:bodyPr/>
        <a:lstStyle/>
        <a:p>
          <a:endParaRPr lang="en-US"/>
        </a:p>
      </dgm:t>
    </dgm:pt>
    <dgm:pt modelId="{D275E00A-FE0C-42CA-85F6-ABCCA631633B}">
      <dgm:prSet phldrT="[Text]" custT="1"/>
      <dgm:spPr/>
      <dgm:t>
        <a:bodyPr/>
        <a:lstStyle/>
        <a:p>
          <a:r>
            <a:rPr lang="en-US" sz="1600" b="1" dirty="0" smtClean="0"/>
            <a:t>Geared </a:t>
          </a:r>
          <a:r>
            <a:rPr lang="en-US" sz="1600" b="1" dirty="0" err="1" smtClean="0"/>
            <a:t>TurboFan</a:t>
          </a:r>
          <a:endParaRPr lang="en-US" sz="1600" b="1" dirty="0"/>
        </a:p>
      </dgm:t>
    </dgm:pt>
    <dgm:pt modelId="{D401ED2E-F8B7-4AA9-9BA8-3847C371FFD7}" type="parTrans" cxnId="{EE2B261F-D90D-4E64-8FA7-CEC7F76E7657}">
      <dgm:prSet/>
      <dgm:spPr/>
      <dgm:t>
        <a:bodyPr/>
        <a:lstStyle/>
        <a:p>
          <a:endParaRPr lang="en-US"/>
        </a:p>
      </dgm:t>
    </dgm:pt>
    <dgm:pt modelId="{628661F0-55BE-491A-AD5D-DC6F136DC812}" type="sibTrans" cxnId="{EE2B261F-D90D-4E64-8FA7-CEC7F76E7657}">
      <dgm:prSet/>
      <dgm:spPr/>
      <dgm:t>
        <a:bodyPr/>
        <a:lstStyle/>
        <a:p>
          <a:endParaRPr lang="en-US"/>
        </a:p>
      </dgm:t>
    </dgm:pt>
    <dgm:pt modelId="{5314A50A-8017-417F-9C27-F82A6F5FBAA6}">
      <dgm:prSet custT="1"/>
      <dgm:spPr/>
      <dgm:t>
        <a:bodyPr/>
        <a:lstStyle/>
        <a:p>
          <a:r>
            <a:rPr lang="en-US" sz="1600" b="1" dirty="0" smtClean="0"/>
            <a:t>zodiac </a:t>
          </a:r>
          <a:endParaRPr lang="en-US" sz="1600" b="1" dirty="0"/>
        </a:p>
      </dgm:t>
    </dgm:pt>
    <dgm:pt modelId="{78143FC1-B541-4603-B00D-2049EAB6F1DF}" type="parTrans" cxnId="{ADB16216-08F6-4466-938B-A4558BEE5CB1}">
      <dgm:prSet/>
      <dgm:spPr/>
      <dgm:t>
        <a:bodyPr/>
        <a:lstStyle/>
        <a:p>
          <a:endParaRPr lang="en-US"/>
        </a:p>
      </dgm:t>
    </dgm:pt>
    <dgm:pt modelId="{D4C929D5-9A54-4539-83AE-FBE2AE76A2F0}" type="sibTrans" cxnId="{ADB16216-08F6-4466-938B-A4558BEE5CB1}">
      <dgm:prSet/>
      <dgm:spPr/>
      <dgm:t>
        <a:bodyPr/>
        <a:lstStyle/>
        <a:p>
          <a:endParaRPr lang="en-US"/>
        </a:p>
      </dgm:t>
    </dgm:pt>
    <dgm:pt modelId="{AAF3F09A-9E19-4021-B3A0-895826239E07}">
      <dgm:prSet custT="1"/>
      <dgm:spPr/>
      <dgm:t>
        <a:bodyPr/>
        <a:lstStyle/>
        <a:p>
          <a:r>
            <a:rPr lang="en-US" sz="1600" b="1" dirty="0" smtClean="0"/>
            <a:t>Zodiac CH-601-H</a:t>
          </a:r>
          <a:endParaRPr lang="en-US" sz="1600" b="1" dirty="0"/>
        </a:p>
      </dgm:t>
    </dgm:pt>
    <dgm:pt modelId="{3FCABC4E-21F5-453B-BF0A-D0BA59CAFD6F}" type="parTrans" cxnId="{74F9C801-B330-4F7F-81DF-8991A1C2130E}">
      <dgm:prSet/>
      <dgm:spPr/>
      <dgm:t>
        <a:bodyPr/>
        <a:lstStyle/>
        <a:p>
          <a:endParaRPr lang="en-US"/>
        </a:p>
      </dgm:t>
    </dgm:pt>
    <dgm:pt modelId="{FE85B52D-5C60-41D0-8FCB-BC2CA4B9EB19}" type="sibTrans" cxnId="{74F9C801-B330-4F7F-81DF-8991A1C2130E}">
      <dgm:prSet/>
      <dgm:spPr/>
      <dgm:t>
        <a:bodyPr/>
        <a:lstStyle/>
        <a:p>
          <a:endParaRPr lang="en-US"/>
        </a:p>
      </dgm:t>
    </dgm:pt>
    <dgm:pt modelId="{AD6F8FD0-3797-4ADD-8081-18999493469C}">
      <dgm:prSet custT="1"/>
      <dgm:spPr/>
      <dgm:t>
        <a:bodyPr/>
        <a:lstStyle/>
        <a:p>
          <a:r>
            <a:rPr lang="en-US" sz="1600" b="1" dirty="0" smtClean="0"/>
            <a:t>Zodiac CH601XL</a:t>
          </a:r>
          <a:endParaRPr lang="en-US" sz="1600" b="1" dirty="0"/>
        </a:p>
      </dgm:t>
    </dgm:pt>
    <dgm:pt modelId="{F5CC4A73-B7CD-493E-B1B1-5A3E2D4A8681}" type="parTrans" cxnId="{9373E409-B9E5-42A2-B635-9B0FCFD1A1F9}">
      <dgm:prSet/>
      <dgm:spPr/>
      <dgm:t>
        <a:bodyPr/>
        <a:lstStyle/>
        <a:p>
          <a:endParaRPr lang="en-US"/>
        </a:p>
      </dgm:t>
    </dgm:pt>
    <dgm:pt modelId="{0A77D82B-8B1D-4ECC-95F1-18B7DE943529}" type="sibTrans" cxnId="{9373E409-B9E5-42A2-B635-9B0FCFD1A1F9}">
      <dgm:prSet/>
      <dgm:spPr/>
      <dgm:t>
        <a:bodyPr/>
        <a:lstStyle/>
        <a:p>
          <a:endParaRPr lang="en-US"/>
        </a:p>
      </dgm:t>
    </dgm:pt>
    <dgm:pt modelId="{6B1607AA-410C-425C-8CF5-807ED3B9E2A4}">
      <dgm:prSet custT="1"/>
      <dgm:spPr/>
      <dgm:t>
        <a:bodyPr/>
        <a:lstStyle/>
        <a:p>
          <a:r>
            <a:rPr lang="en-US" sz="1600" b="1" dirty="0" err="1" smtClean="0"/>
            <a:t>Sportstar</a:t>
          </a:r>
          <a:endParaRPr lang="en-US" sz="1600" b="1" dirty="0"/>
        </a:p>
      </dgm:t>
    </dgm:pt>
    <dgm:pt modelId="{20329280-AB2C-4D98-8542-1B02565F39AF}" type="parTrans" cxnId="{0470F940-7206-4BB9-B771-CD0665B83AAC}">
      <dgm:prSet/>
      <dgm:spPr/>
      <dgm:t>
        <a:bodyPr/>
        <a:lstStyle/>
        <a:p>
          <a:endParaRPr lang="en-US"/>
        </a:p>
      </dgm:t>
    </dgm:pt>
    <dgm:pt modelId="{4A28686D-F460-4FA8-A74F-806B431B3823}" type="sibTrans" cxnId="{0470F940-7206-4BB9-B771-CD0665B83AAC}">
      <dgm:prSet/>
      <dgm:spPr/>
      <dgm:t>
        <a:bodyPr/>
        <a:lstStyle/>
        <a:p>
          <a:endParaRPr lang="en-US"/>
        </a:p>
      </dgm:t>
    </dgm:pt>
    <dgm:pt modelId="{C8686638-EDF5-4708-B78E-572A73C468C1}">
      <dgm:prSet custT="1"/>
      <dgm:spPr/>
      <dgm:t>
        <a:bodyPr/>
        <a:lstStyle/>
        <a:p>
          <a:r>
            <a:rPr lang="en-US" sz="1600" b="1" dirty="0" err="1" smtClean="0"/>
            <a:t>Zwart</a:t>
          </a:r>
          <a:endParaRPr lang="en-US" sz="1600" b="1" dirty="0"/>
        </a:p>
      </dgm:t>
    </dgm:pt>
    <dgm:pt modelId="{AFB20F4F-75B8-453D-AC12-FF0F308256D0}" type="parTrans" cxnId="{54B415E2-1D37-46D1-9EF8-8E1967AF13AC}">
      <dgm:prSet/>
      <dgm:spPr/>
      <dgm:t>
        <a:bodyPr/>
        <a:lstStyle/>
        <a:p>
          <a:endParaRPr lang="en-US"/>
        </a:p>
      </dgm:t>
    </dgm:pt>
    <dgm:pt modelId="{23448FFF-0370-45A9-9F19-5902925F7C05}" type="sibTrans" cxnId="{54B415E2-1D37-46D1-9EF8-8E1967AF13AC}">
      <dgm:prSet/>
      <dgm:spPr/>
      <dgm:t>
        <a:bodyPr/>
        <a:lstStyle/>
        <a:p>
          <a:endParaRPr lang="en-US"/>
        </a:p>
      </dgm:t>
    </dgm:pt>
    <dgm:pt modelId="{3A1778B2-BF7A-4D04-B275-7C664240951E}">
      <dgm:prSet custT="1"/>
      <dgm:spPr/>
      <dgm:t>
        <a:bodyPr/>
        <a:lstStyle/>
        <a:p>
          <a:r>
            <a:rPr lang="en-US" sz="1600" b="1" dirty="0" smtClean="0"/>
            <a:t>drone</a:t>
          </a:r>
          <a:endParaRPr lang="en-US" sz="1600" b="1" dirty="0"/>
        </a:p>
      </dgm:t>
    </dgm:pt>
    <dgm:pt modelId="{FE135AA6-5CB3-4BAF-9E6C-4781020AD0EE}" type="parTrans" cxnId="{8A02C5B7-9213-4E3A-802A-7416A1DDF5EA}">
      <dgm:prSet/>
      <dgm:spPr/>
      <dgm:t>
        <a:bodyPr/>
        <a:lstStyle/>
        <a:p>
          <a:endParaRPr lang="en-US"/>
        </a:p>
      </dgm:t>
    </dgm:pt>
    <dgm:pt modelId="{C3893068-F348-4E73-A96A-A1392981FC5E}" type="sibTrans" cxnId="{8A02C5B7-9213-4E3A-802A-7416A1DDF5EA}">
      <dgm:prSet/>
      <dgm:spPr/>
      <dgm:t>
        <a:bodyPr/>
        <a:lstStyle/>
        <a:p>
          <a:endParaRPr lang="en-US"/>
        </a:p>
      </dgm:t>
    </dgm:pt>
    <dgm:pt modelId="{35517480-09B4-4862-86D6-C805B4754D88}">
      <dgm:prSet custT="1"/>
      <dgm:spPr/>
      <dgm:t>
        <a:bodyPr/>
        <a:lstStyle/>
        <a:p>
          <a:r>
            <a:rPr lang="en-US" sz="1600" b="1" dirty="0" err="1" smtClean="0"/>
            <a:t>Zlin</a:t>
          </a:r>
          <a:r>
            <a:rPr lang="en-US" sz="1600" b="1" dirty="0" smtClean="0"/>
            <a:t> Aviation</a:t>
          </a:r>
          <a:endParaRPr lang="en-US" sz="1600" b="1" dirty="0"/>
        </a:p>
      </dgm:t>
    </dgm:pt>
    <dgm:pt modelId="{81A6AED4-5B18-41B5-AA03-8DDDC655CF48}" type="parTrans" cxnId="{D10ADEDA-972B-422A-B72D-E549CCB77D98}">
      <dgm:prSet/>
      <dgm:spPr/>
      <dgm:t>
        <a:bodyPr/>
        <a:lstStyle/>
        <a:p>
          <a:endParaRPr lang="en-US"/>
        </a:p>
      </dgm:t>
    </dgm:pt>
    <dgm:pt modelId="{8A459F7E-7B77-44B6-B2C1-192B5C7C46DA}" type="sibTrans" cxnId="{D10ADEDA-972B-422A-B72D-E549CCB77D98}">
      <dgm:prSet/>
      <dgm:spPr/>
      <dgm:t>
        <a:bodyPr/>
        <a:lstStyle/>
        <a:p>
          <a:endParaRPr lang="en-US"/>
        </a:p>
      </dgm:t>
    </dgm:pt>
    <dgm:pt modelId="{3C6D4958-D2CE-4702-AB30-F035DD968F54}">
      <dgm:prSet phldrT="[Text]" custT="1"/>
      <dgm:spPr/>
      <dgm:t>
        <a:bodyPr/>
        <a:lstStyle/>
        <a:p>
          <a:r>
            <a:rPr lang="en-US" sz="1600" b="1" dirty="0" smtClean="0"/>
            <a:t>Hybrid Rocket</a:t>
          </a:r>
          <a:endParaRPr lang="en-US" sz="1600" b="1" dirty="0"/>
        </a:p>
      </dgm:t>
    </dgm:pt>
    <dgm:pt modelId="{BEFB2F86-94C0-4462-9850-31BDFB06B42E}" type="parTrans" cxnId="{CAC39F42-9B4D-4367-BE95-465F0738B8ED}">
      <dgm:prSet/>
      <dgm:spPr/>
      <dgm:t>
        <a:bodyPr/>
        <a:lstStyle/>
        <a:p>
          <a:endParaRPr lang="en-US"/>
        </a:p>
      </dgm:t>
    </dgm:pt>
    <dgm:pt modelId="{6BA43A63-E28B-4D03-BBF8-56CD72CBB021}" type="sibTrans" cxnId="{CAC39F42-9B4D-4367-BE95-465F0738B8ED}">
      <dgm:prSet/>
      <dgm:spPr/>
      <dgm:t>
        <a:bodyPr/>
        <a:lstStyle/>
        <a:p>
          <a:endParaRPr lang="en-US"/>
        </a:p>
      </dgm:t>
    </dgm:pt>
    <dgm:pt modelId="{8F75DF8B-5399-4525-995C-0A76519FE6D8}">
      <dgm:prSet phldrT="[Text]" custT="1"/>
      <dgm:spPr/>
      <dgm:t>
        <a:bodyPr/>
        <a:lstStyle/>
        <a:p>
          <a:r>
            <a:rPr lang="en-US" sz="1600" b="1" dirty="0" smtClean="0"/>
            <a:t>LR</a:t>
          </a:r>
          <a:endParaRPr lang="en-US" sz="1600" b="1" dirty="0"/>
        </a:p>
      </dgm:t>
    </dgm:pt>
    <dgm:pt modelId="{1FC0F77B-D421-47E2-8F68-0D23B59628C4}" type="parTrans" cxnId="{2C2C41C3-66A3-4F13-BBD9-A78BCF0AE062}">
      <dgm:prSet/>
      <dgm:spPr/>
      <dgm:t>
        <a:bodyPr/>
        <a:lstStyle/>
        <a:p>
          <a:endParaRPr lang="en-US"/>
        </a:p>
      </dgm:t>
    </dgm:pt>
    <dgm:pt modelId="{ED2C8A76-9916-4D5A-98DF-08A0E5FC5265}" type="sibTrans" cxnId="{2C2C41C3-66A3-4F13-BBD9-A78BCF0AE062}">
      <dgm:prSet/>
      <dgm:spPr/>
      <dgm:t>
        <a:bodyPr/>
        <a:lstStyle/>
        <a:p>
          <a:endParaRPr lang="en-US"/>
        </a:p>
      </dgm:t>
    </dgm:pt>
    <dgm:pt modelId="{C77D1424-A3E9-418F-B2E4-D8A5EAD2775D}">
      <dgm:prSet phldrT="[Text]" custT="1"/>
      <dgm:spPr/>
      <dgm:t>
        <a:bodyPr/>
        <a:lstStyle/>
        <a:p>
          <a:r>
            <a:rPr lang="en-US" sz="1600" b="1" dirty="0" smtClean="0"/>
            <a:t>Electric</a:t>
          </a:r>
          <a:br>
            <a:rPr lang="en-US" sz="1600" b="1" dirty="0" smtClean="0"/>
          </a:br>
          <a:endParaRPr lang="en-US" sz="1600" b="1" dirty="0"/>
        </a:p>
      </dgm:t>
    </dgm:pt>
    <dgm:pt modelId="{5487E5AB-B76A-4E21-A59D-43B48A63BD7E}" type="parTrans" cxnId="{4CA460B4-4609-41E9-81F0-C169F352AD78}">
      <dgm:prSet/>
      <dgm:spPr/>
      <dgm:t>
        <a:bodyPr/>
        <a:lstStyle/>
        <a:p>
          <a:endParaRPr lang="en-US"/>
        </a:p>
      </dgm:t>
    </dgm:pt>
    <dgm:pt modelId="{0EBF8C78-5D59-4C52-93F1-E3656A8368B8}" type="sibTrans" cxnId="{4CA460B4-4609-41E9-81F0-C169F352AD78}">
      <dgm:prSet/>
      <dgm:spPr/>
      <dgm:t>
        <a:bodyPr/>
        <a:lstStyle/>
        <a:p>
          <a:endParaRPr lang="en-US"/>
        </a:p>
      </dgm:t>
    </dgm:pt>
    <dgm:pt modelId="{003642B3-7A7C-42AF-868A-0FEB199E0931}">
      <dgm:prSet phldrT="[Text]" custT="1"/>
      <dgm:spPr/>
      <dgm:t>
        <a:bodyPr/>
        <a:lstStyle/>
        <a:p>
          <a:r>
            <a:rPr lang="en-US" sz="1600" b="1" dirty="0" err="1" smtClean="0"/>
            <a:t>Zukowaski</a:t>
          </a:r>
          <a:endParaRPr lang="en-US" sz="1600" b="1" dirty="0"/>
        </a:p>
      </dgm:t>
    </dgm:pt>
    <dgm:pt modelId="{307332F9-4DEF-4E71-926C-91705FC5BEF0}" type="parTrans" cxnId="{26455244-F8A7-47B3-B120-13F783D49466}">
      <dgm:prSet/>
      <dgm:spPr/>
      <dgm:t>
        <a:bodyPr/>
        <a:lstStyle/>
        <a:p>
          <a:endParaRPr lang="en-US"/>
        </a:p>
      </dgm:t>
    </dgm:pt>
    <dgm:pt modelId="{0840AA14-BC06-47EE-AC80-F458BB4A2202}" type="sibTrans" cxnId="{26455244-F8A7-47B3-B120-13F783D49466}">
      <dgm:prSet/>
      <dgm:spPr/>
      <dgm:t>
        <a:bodyPr/>
        <a:lstStyle/>
        <a:p>
          <a:endParaRPr lang="en-US"/>
        </a:p>
      </dgm:t>
    </dgm:pt>
    <dgm:pt modelId="{4D21C687-4C31-46E1-A9EB-533255EF749D}" type="pres">
      <dgm:prSet presAssocID="{1E18DF2B-1942-4FC7-8741-241950BD215E}" presName="linearFlow" presStyleCnt="0">
        <dgm:presLayoutVars>
          <dgm:dir/>
          <dgm:animLvl val="lvl"/>
          <dgm:resizeHandles/>
        </dgm:presLayoutVars>
      </dgm:prSet>
      <dgm:spPr/>
    </dgm:pt>
    <dgm:pt modelId="{EDC6998A-E638-40B0-9DC5-2A22A7707344}" type="pres">
      <dgm:prSet presAssocID="{EC11CBBF-7A53-4509-99A4-1002FF93599F}" presName="compositeNode" presStyleCnt="0">
        <dgm:presLayoutVars>
          <dgm:bulletEnabled val="1"/>
        </dgm:presLayoutVars>
      </dgm:prSet>
      <dgm:spPr/>
    </dgm:pt>
    <dgm:pt modelId="{1E8F8A26-D4FE-4B48-8F15-FDA08F0DF43A}" type="pres">
      <dgm:prSet presAssocID="{EC11CBBF-7A53-4509-99A4-1002FF93599F}" presName="image" presStyleLbl="fgImgPlace1" presStyleIdx="0" presStyleCnt="3"/>
      <dgm:spPr/>
    </dgm:pt>
    <dgm:pt modelId="{D85309C6-9808-472F-945C-2B6F5D11440C}" type="pres">
      <dgm:prSet presAssocID="{EC11CBBF-7A53-4509-99A4-1002FF93599F}" presName="childNode" presStyleLbl="node1" presStyleIdx="0" presStyleCnt="3" custScaleX="126401" custLinFactNeighborX="16197" custLinFactNeighborY="1655">
        <dgm:presLayoutVars>
          <dgm:bulletEnabled val="1"/>
        </dgm:presLayoutVars>
      </dgm:prSet>
      <dgm:spPr/>
    </dgm:pt>
    <dgm:pt modelId="{100FC0DC-17EC-446A-8B35-AD0844EF7C38}" type="pres">
      <dgm:prSet presAssocID="{EC11CBBF-7A53-4509-99A4-1002FF93599F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1E5A8095-404B-4B64-9030-3A249D323AE7}" type="pres">
      <dgm:prSet presAssocID="{30606850-1E7D-489C-ABCB-62B5D0457C8A}" presName="sibTrans" presStyleCnt="0"/>
      <dgm:spPr/>
    </dgm:pt>
    <dgm:pt modelId="{8E79D315-3D71-442D-B452-3FB021275969}" type="pres">
      <dgm:prSet presAssocID="{D3585916-9FB2-4A3E-B7C1-1AA456645231}" presName="compositeNode" presStyleCnt="0">
        <dgm:presLayoutVars>
          <dgm:bulletEnabled val="1"/>
        </dgm:presLayoutVars>
      </dgm:prSet>
      <dgm:spPr/>
    </dgm:pt>
    <dgm:pt modelId="{AC784D5F-8131-412D-B4E1-AD57657FF3CC}" type="pres">
      <dgm:prSet presAssocID="{D3585916-9FB2-4A3E-B7C1-1AA456645231}" presName="image" presStyleLbl="fgImgPlace1" presStyleIdx="1" presStyleCnt="3"/>
      <dgm:spPr/>
    </dgm:pt>
    <dgm:pt modelId="{E0859421-E1E1-42F0-8FFC-2DC8B8590F14}" type="pres">
      <dgm:prSet presAssocID="{D3585916-9FB2-4A3E-B7C1-1AA456645231}" presName="childNode" presStyleLbl="node1" presStyleIdx="1" presStyleCnt="3" custScaleX="126287" custLinFactNeighborX="15611" custLinFactNeighborY="140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F0CC6E-513D-464B-8ECD-FD8778C4666D}" type="pres">
      <dgm:prSet presAssocID="{D3585916-9FB2-4A3E-B7C1-1AA456645231}" presName="parentNode" presStyleLbl="revTx" presStyleIdx="1" presStyleCnt="3">
        <dgm:presLayoutVars>
          <dgm:chMax val="0"/>
          <dgm:bulletEnabled val="1"/>
        </dgm:presLayoutVars>
      </dgm:prSet>
      <dgm:spPr/>
    </dgm:pt>
    <dgm:pt modelId="{CFC352AF-61A5-4428-B2CA-1EA6A147D846}" type="pres">
      <dgm:prSet presAssocID="{DB39341E-627E-47E3-9B0C-B20899A03F4E}" presName="sibTrans" presStyleCnt="0"/>
      <dgm:spPr/>
    </dgm:pt>
    <dgm:pt modelId="{0ED2134A-389E-4E74-9F82-C6F450611279}" type="pres">
      <dgm:prSet presAssocID="{75BD9D2D-FC1A-44AD-B90D-641B26B85181}" presName="compositeNode" presStyleCnt="0">
        <dgm:presLayoutVars>
          <dgm:bulletEnabled val="1"/>
        </dgm:presLayoutVars>
      </dgm:prSet>
      <dgm:spPr/>
    </dgm:pt>
    <dgm:pt modelId="{C7412BFA-5C1F-4B13-81EA-61853EA47A0C}" type="pres">
      <dgm:prSet presAssocID="{75BD9D2D-FC1A-44AD-B90D-641B26B85181}" presName="image" presStyleLbl="fgImgPlace1" presStyleIdx="2" presStyleCnt="3"/>
      <dgm:spPr/>
    </dgm:pt>
    <dgm:pt modelId="{C67707D6-06E8-42B6-8900-EB95F45E461B}" type="pres">
      <dgm:prSet presAssocID="{75BD9D2D-FC1A-44AD-B90D-641B26B85181}" presName="childNode" presStyleLbl="node1" presStyleIdx="2" presStyleCnt="3" custScaleX="118045" custLinFactNeighborX="1944" custLinFactNeighborY="1655">
        <dgm:presLayoutVars>
          <dgm:bulletEnabled val="1"/>
        </dgm:presLayoutVars>
      </dgm:prSet>
      <dgm:spPr/>
    </dgm:pt>
    <dgm:pt modelId="{3B098173-3214-4302-86F8-001E680F9FDA}" type="pres">
      <dgm:prSet presAssocID="{75BD9D2D-FC1A-44AD-B90D-641B26B85181}" presName="parentNode" presStyleLbl="revTx" presStyleIdx="2" presStyleCnt="3" custLinFactNeighborX="-47191" custLinFactNeighborY="-739">
        <dgm:presLayoutVars>
          <dgm:chMax val="0"/>
          <dgm:bulletEnabled val="1"/>
        </dgm:presLayoutVars>
      </dgm:prSet>
      <dgm:spPr/>
    </dgm:pt>
  </dgm:ptLst>
  <dgm:cxnLst>
    <dgm:cxn modelId="{ADB16216-08F6-4466-938B-A4558BEE5CB1}" srcId="{EC11CBBF-7A53-4509-99A4-1002FF93599F}" destId="{5314A50A-8017-417F-9C27-F82A6F5FBAA6}" srcOrd="1" destOrd="0" parTransId="{78143FC1-B541-4603-B00D-2049EAB6F1DF}" sibTransId="{D4C929D5-9A54-4539-83AE-FBE2AE76A2F0}"/>
    <dgm:cxn modelId="{54B415E2-1D37-46D1-9EF8-8E1967AF13AC}" srcId="{D3585916-9FB2-4A3E-B7C1-1AA456645231}" destId="{C8686638-EDF5-4708-B78E-572A73C468C1}" srcOrd="2" destOrd="0" parTransId="{AFB20F4F-75B8-453D-AC12-FF0F308256D0}" sibTransId="{23448FFF-0370-45A9-9F19-5902925F7C05}"/>
    <dgm:cxn modelId="{2168AB4F-B0F6-4541-AFF4-AB197D3F664A}" type="presOf" srcId="{EC11CBBF-7A53-4509-99A4-1002FF93599F}" destId="{100FC0DC-17EC-446A-8B35-AD0844EF7C38}" srcOrd="0" destOrd="0" presId="urn:microsoft.com/office/officeart/2005/8/layout/hList2"/>
    <dgm:cxn modelId="{2E80EA34-CC8A-432C-BE5F-06B82FEBD5AD}" type="presOf" srcId="{C77D1424-A3E9-418F-B2E4-D8A5EAD2775D}" destId="{C67707D6-06E8-42B6-8900-EB95F45E461B}" srcOrd="0" destOrd="3" presId="urn:microsoft.com/office/officeart/2005/8/layout/hList2"/>
    <dgm:cxn modelId="{055F21FC-E213-4493-8E1D-16D865D39F65}" type="presOf" srcId="{D3585916-9FB2-4A3E-B7C1-1AA456645231}" destId="{F2F0CC6E-513D-464B-8ECD-FD8778C4666D}" srcOrd="0" destOrd="0" presId="urn:microsoft.com/office/officeart/2005/8/layout/hList2"/>
    <dgm:cxn modelId="{8EE30905-0A81-45D9-80B5-EA540B871BAC}" type="presOf" srcId="{D275E00A-FE0C-42CA-85F6-ABCCA631633B}" destId="{C67707D6-06E8-42B6-8900-EB95F45E461B}" srcOrd="0" destOrd="0" presId="urn:microsoft.com/office/officeart/2005/8/layout/hList2"/>
    <dgm:cxn modelId="{74F51435-3143-4BE2-A775-82FFF6991D34}" type="presOf" srcId="{C8686638-EDF5-4708-B78E-572A73C468C1}" destId="{E0859421-E1E1-42F0-8FFC-2DC8B8590F14}" srcOrd="0" destOrd="2" presId="urn:microsoft.com/office/officeart/2005/8/layout/hList2"/>
    <dgm:cxn modelId="{9373E409-B9E5-42A2-B635-9B0FCFD1A1F9}" srcId="{EC11CBBF-7A53-4509-99A4-1002FF93599F}" destId="{AD6F8FD0-3797-4ADD-8081-18999493469C}" srcOrd="3" destOrd="0" parTransId="{F5CC4A73-B7CD-493E-B1B1-5A3E2D4A8681}" sibTransId="{0A77D82B-8B1D-4ECC-95F1-18B7DE943529}"/>
    <dgm:cxn modelId="{B69DD7AE-6A0E-4E49-A09E-C4353A73F35F}" type="presOf" srcId="{3C6D4958-D2CE-4702-AB30-F035DD968F54}" destId="{C67707D6-06E8-42B6-8900-EB95F45E461B}" srcOrd="0" destOrd="1" presId="urn:microsoft.com/office/officeart/2005/8/layout/hList2"/>
    <dgm:cxn modelId="{80FE094F-2BCA-4B65-A543-46107C5B4082}" srcId="{1E18DF2B-1942-4FC7-8741-241950BD215E}" destId="{75BD9D2D-FC1A-44AD-B90D-641B26B85181}" srcOrd="2" destOrd="0" parTransId="{7EF9909C-2229-4EFA-9D1B-3D86BA4DA730}" sibTransId="{45DD3FAE-DCAC-4A83-A865-4A1DB6A2115D}"/>
    <dgm:cxn modelId="{D10ADEDA-972B-422A-B72D-E549CCB77D98}" srcId="{D3585916-9FB2-4A3E-B7C1-1AA456645231}" destId="{35517480-09B4-4862-86D6-C805B4754D88}" srcOrd="4" destOrd="0" parTransId="{81A6AED4-5B18-41B5-AA03-8DDDC655CF48}" sibTransId="{8A459F7E-7B77-44B6-B2C1-192B5C7C46DA}"/>
    <dgm:cxn modelId="{7F4952AE-770D-4D5B-8641-6DD4905A0B25}" srcId="{1E18DF2B-1942-4FC7-8741-241950BD215E}" destId="{EC11CBBF-7A53-4509-99A4-1002FF93599F}" srcOrd="0" destOrd="0" parTransId="{D6CB8C14-F494-4005-9163-900ECCDCEB6A}" sibTransId="{30606850-1E7D-489C-ABCB-62B5D0457C8A}"/>
    <dgm:cxn modelId="{4CA460B4-4609-41E9-81F0-C169F352AD78}" srcId="{75BD9D2D-FC1A-44AD-B90D-641B26B85181}" destId="{C77D1424-A3E9-418F-B2E4-D8A5EAD2775D}" srcOrd="3" destOrd="0" parTransId="{5487E5AB-B76A-4E21-A59D-43B48A63BD7E}" sibTransId="{0EBF8C78-5D59-4C52-93F1-E3656A8368B8}"/>
    <dgm:cxn modelId="{2C2C41C3-66A3-4F13-BBD9-A78BCF0AE062}" srcId="{75BD9D2D-FC1A-44AD-B90D-641B26B85181}" destId="{8F75DF8B-5399-4525-995C-0A76519FE6D8}" srcOrd="2" destOrd="0" parTransId="{1FC0F77B-D421-47E2-8F68-0D23B59628C4}" sibTransId="{ED2C8A76-9916-4D5A-98DF-08A0E5FC5265}"/>
    <dgm:cxn modelId="{F6065A71-C91B-4F6C-B8F7-3386B91F5A40}" type="presOf" srcId="{1E18DF2B-1942-4FC7-8741-241950BD215E}" destId="{4D21C687-4C31-46E1-A9EB-533255EF749D}" srcOrd="0" destOrd="0" presId="urn:microsoft.com/office/officeart/2005/8/layout/hList2"/>
    <dgm:cxn modelId="{479A984F-189C-4BE5-82B5-3F333BE2B6F8}" type="presOf" srcId="{3A1778B2-BF7A-4D04-B275-7C664240951E}" destId="{E0859421-E1E1-42F0-8FFC-2DC8B8590F14}" srcOrd="0" destOrd="3" presId="urn:microsoft.com/office/officeart/2005/8/layout/hList2"/>
    <dgm:cxn modelId="{B86DF01A-0BFC-44B8-A470-3AB355B20FCD}" srcId="{EC11CBBF-7A53-4509-99A4-1002FF93599F}" destId="{9AF543B9-3A3B-4D2A-B786-78029FC9BEEE}" srcOrd="0" destOrd="0" parTransId="{B65D1605-907E-44C4-AA5D-AE54306533B7}" sibTransId="{C0270529-3F32-48B2-8947-56E4CEFCF567}"/>
    <dgm:cxn modelId="{506214AC-BBC8-46ED-B498-161B3C89DE72}" type="presOf" srcId="{6B1607AA-410C-425C-8CF5-807ED3B9E2A4}" destId="{D85309C6-9808-472F-945C-2B6F5D11440C}" srcOrd="0" destOrd="4" presId="urn:microsoft.com/office/officeart/2005/8/layout/hList2"/>
    <dgm:cxn modelId="{CAC39F42-9B4D-4367-BE95-465F0738B8ED}" srcId="{75BD9D2D-FC1A-44AD-B90D-641B26B85181}" destId="{3C6D4958-D2CE-4702-AB30-F035DD968F54}" srcOrd="1" destOrd="0" parTransId="{BEFB2F86-94C0-4462-9850-31BDFB06B42E}" sibTransId="{6BA43A63-E28B-4D03-BBF8-56CD72CBB021}"/>
    <dgm:cxn modelId="{CD199892-48EC-4AD7-9B21-055DD0D57470}" type="presOf" srcId="{5314A50A-8017-417F-9C27-F82A6F5FBAA6}" destId="{D85309C6-9808-472F-945C-2B6F5D11440C}" srcOrd="0" destOrd="1" presId="urn:microsoft.com/office/officeart/2005/8/layout/hList2"/>
    <dgm:cxn modelId="{54138AC7-6D0F-4CA0-94F2-E31CA091D89C}" type="presOf" srcId="{8F75DF8B-5399-4525-995C-0A76519FE6D8}" destId="{C67707D6-06E8-42B6-8900-EB95F45E461B}" srcOrd="0" destOrd="2" presId="urn:microsoft.com/office/officeart/2005/8/layout/hList2"/>
    <dgm:cxn modelId="{04EB482D-5F57-4E87-93B0-3CD17F6FD964}" srcId="{D3585916-9FB2-4A3E-B7C1-1AA456645231}" destId="{1792BB62-41B1-47D0-A08C-EA634F8A4B7F}" srcOrd="0" destOrd="0" parTransId="{94EABC53-AAA1-49D1-B501-BFA441068848}" sibTransId="{936AB105-ADF7-4759-B6C4-7E8752F8636B}"/>
    <dgm:cxn modelId="{74F9C801-B330-4F7F-81DF-8991A1C2130E}" srcId="{EC11CBBF-7A53-4509-99A4-1002FF93599F}" destId="{AAF3F09A-9E19-4021-B3A0-895826239E07}" srcOrd="2" destOrd="0" parTransId="{3FCABC4E-21F5-453B-BF0A-D0BA59CAFD6F}" sibTransId="{FE85B52D-5C60-41D0-8FCB-BC2CA4B9EB19}"/>
    <dgm:cxn modelId="{EE2B261F-D90D-4E64-8FA7-CEC7F76E7657}" srcId="{75BD9D2D-FC1A-44AD-B90D-641B26B85181}" destId="{D275E00A-FE0C-42CA-85F6-ABCCA631633B}" srcOrd="0" destOrd="0" parTransId="{D401ED2E-F8B7-4AA9-9BA8-3847C371FFD7}" sibTransId="{628661F0-55BE-491A-AD5D-DC6F136DC812}"/>
    <dgm:cxn modelId="{57680E4A-2EB4-4586-886C-36CB6D814558}" type="presOf" srcId="{003642B3-7A7C-42AF-868A-0FEB199E0931}" destId="{E0859421-E1E1-42F0-8FFC-2DC8B8590F14}" srcOrd="0" destOrd="1" presId="urn:microsoft.com/office/officeart/2005/8/layout/hList2"/>
    <dgm:cxn modelId="{07D16EB1-A1EF-4C4D-BF79-D840DC0FCA7B}" type="presOf" srcId="{AAF3F09A-9E19-4021-B3A0-895826239E07}" destId="{D85309C6-9808-472F-945C-2B6F5D11440C}" srcOrd="0" destOrd="2" presId="urn:microsoft.com/office/officeart/2005/8/layout/hList2"/>
    <dgm:cxn modelId="{26455244-F8A7-47B3-B120-13F783D49466}" srcId="{D3585916-9FB2-4A3E-B7C1-1AA456645231}" destId="{003642B3-7A7C-42AF-868A-0FEB199E0931}" srcOrd="1" destOrd="0" parTransId="{307332F9-4DEF-4E71-926C-91705FC5BEF0}" sibTransId="{0840AA14-BC06-47EE-AC80-F458BB4A2202}"/>
    <dgm:cxn modelId="{937A3879-F599-48C0-95CF-9D53DAE73A98}" type="presOf" srcId="{1792BB62-41B1-47D0-A08C-EA634F8A4B7F}" destId="{E0859421-E1E1-42F0-8FFC-2DC8B8590F14}" srcOrd="0" destOrd="0" presId="urn:microsoft.com/office/officeart/2005/8/layout/hList2"/>
    <dgm:cxn modelId="{8A02C5B7-9213-4E3A-802A-7416A1DDF5EA}" srcId="{D3585916-9FB2-4A3E-B7C1-1AA456645231}" destId="{3A1778B2-BF7A-4D04-B275-7C664240951E}" srcOrd="3" destOrd="0" parTransId="{FE135AA6-5CB3-4BAF-9E6C-4781020AD0EE}" sibTransId="{C3893068-F348-4E73-A96A-A1392981FC5E}"/>
    <dgm:cxn modelId="{D7AFCE08-B8F2-4A2F-8576-D042ABA802E5}" type="presOf" srcId="{9AF543B9-3A3B-4D2A-B786-78029FC9BEEE}" destId="{D85309C6-9808-472F-945C-2B6F5D11440C}" srcOrd="0" destOrd="0" presId="urn:microsoft.com/office/officeart/2005/8/layout/hList2"/>
    <dgm:cxn modelId="{52E44910-A473-4C66-BD84-8A34CDDE60A4}" type="presOf" srcId="{75BD9D2D-FC1A-44AD-B90D-641B26B85181}" destId="{3B098173-3214-4302-86F8-001E680F9FDA}" srcOrd="0" destOrd="0" presId="urn:microsoft.com/office/officeart/2005/8/layout/hList2"/>
    <dgm:cxn modelId="{94C1B2B8-8262-49D7-A183-B62DCC545A08}" type="presOf" srcId="{35517480-09B4-4862-86D6-C805B4754D88}" destId="{E0859421-E1E1-42F0-8FFC-2DC8B8590F14}" srcOrd="0" destOrd="4" presId="urn:microsoft.com/office/officeart/2005/8/layout/hList2"/>
    <dgm:cxn modelId="{3FF6BC04-9DCB-469B-8B62-59E133847E60}" type="presOf" srcId="{AD6F8FD0-3797-4ADD-8081-18999493469C}" destId="{D85309C6-9808-472F-945C-2B6F5D11440C}" srcOrd="0" destOrd="3" presId="urn:microsoft.com/office/officeart/2005/8/layout/hList2"/>
    <dgm:cxn modelId="{0470F940-7206-4BB9-B771-CD0665B83AAC}" srcId="{EC11CBBF-7A53-4509-99A4-1002FF93599F}" destId="{6B1607AA-410C-425C-8CF5-807ED3B9E2A4}" srcOrd="4" destOrd="0" parTransId="{20329280-AB2C-4D98-8542-1B02565F39AF}" sibTransId="{4A28686D-F460-4FA8-A74F-806B431B3823}"/>
    <dgm:cxn modelId="{542DB7C4-EA7A-48A2-B59D-4CD8A4F4B1BE}" srcId="{1E18DF2B-1942-4FC7-8741-241950BD215E}" destId="{D3585916-9FB2-4A3E-B7C1-1AA456645231}" srcOrd="1" destOrd="0" parTransId="{274BDA37-465B-43D2-9BDA-D401B76872B2}" sibTransId="{DB39341E-627E-47E3-9B0C-B20899A03F4E}"/>
    <dgm:cxn modelId="{1F52C898-6610-46B1-8E85-FAEC335B2275}" type="presParOf" srcId="{4D21C687-4C31-46E1-A9EB-533255EF749D}" destId="{EDC6998A-E638-40B0-9DC5-2A22A7707344}" srcOrd="0" destOrd="0" presId="urn:microsoft.com/office/officeart/2005/8/layout/hList2"/>
    <dgm:cxn modelId="{3B8C4BFD-9C77-45D6-8C5E-CEE82765023A}" type="presParOf" srcId="{EDC6998A-E638-40B0-9DC5-2A22A7707344}" destId="{1E8F8A26-D4FE-4B48-8F15-FDA08F0DF43A}" srcOrd="0" destOrd="0" presId="urn:microsoft.com/office/officeart/2005/8/layout/hList2"/>
    <dgm:cxn modelId="{97EF3841-F1BC-400B-A3DA-F7A2BA9E8F1F}" type="presParOf" srcId="{EDC6998A-E638-40B0-9DC5-2A22A7707344}" destId="{D85309C6-9808-472F-945C-2B6F5D11440C}" srcOrd="1" destOrd="0" presId="urn:microsoft.com/office/officeart/2005/8/layout/hList2"/>
    <dgm:cxn modelId="{C52E5433-5742-4754-905D-7D3D85715724}" type="presParOf" srcId="{EDC6998A-E638-40B0-9DC5-2A22A7707344}" destId="{100FC0DC-17EC-446A-8B35-AD0844EF7C38}" srcOrd="2" destOrd="0" presId="urn:microsoft.com/office/officeart/2005/8/layout/hList2"/>
    <dgm:cxn modelId="{FC0998F1-F51B-401B-8DDD-917AEFD298B1}" type="presParOf" srcId="{4D21C687-4C31-46E1-A9EB-533255EF749D}" destId="{1E5A8095-404B-4B64-9030-3A249D323AE7}" srcOrd="1" destOrd="0" presId="urn:microsoft.com/office/officeart/2005/8/layout/hList2"/>
    <dgm:cxn modelId="{7CBC0F7A-C661-4FFA-9FC7-747B88F17656}" type="presParOf" srcId="{4D21C687-4C31-46E1-A9EB-533255EF749D}" destId="{8E79D315-3D71-442D-B452-3FB021275969}" srcOrd="2" destOrd="0" presId="urn:microsoft.com/office/officeart/2005/8/layout/hList2"/>
    <dgm:cxn modelId="{DD919A01-294D-418E-81EB-BDDDD70CCEFA}" type="presParOf" srcId="{8E79D315-3D71-442D-B452-3FB021275969}" destId="{AC784D5F-8131-412D-B4E1-AD57657FF3CC}" srcOrd="0" destOrd="0" presId="urn:microsoft.com/office/officeart/2005/8/layout/hList2"/>
    <dgm:cxn modelId="{74422646-4C83-49B2-B95B-3CC36C812B6C}" type="presParOf" srcId="{8E79D315-3D71-442D-B452-3FB021275969}" destId="{E0859421-E1E1-42F0-8FFC-2DC8B8590F14}" srcOrd="1" destOrd="0" presId="urn:microsoft.com/office/officeart/2005/8/layout/hList2"/>
    <dgm:cxn modelId="{9C7F1FC7-EB51-4C47-9DF0-ADBB41343625}" type="presParOf" srcId="{8E79D315-3D71-442D-B452-3FB021275969}" destId="{F2F0CC6E-513D-464B-8ECD-FD8778C4666D}" srcOrd="2" destOrd="0" presId="urn:microsoft.com/office/officeart/2005/8/layout/hList2"/>
    <dgm:cxn modelId="{8FB3DD82-C798-46EF-A2C5-C2B1F767384C}" type="presParOf" srcId="{4D21C687-4C31-46E1-A9EB-533255EF749D}" destId="{CFC352AF-61A5-4428-B2CA-1EA6A147D846}" srcOrd="3" destOrd="0" presId="urn:microsoft.com/office/officeart/2005/8/layout/hList2"/>
    <dgm:cxn modelId="{18A81679-C600-4AF7-A80E-42949BE194E6}" type="presParOf" srcId="{4D21C687-4C31-46E1-A9EB-533255EF749D}" destId="{0ED2134A-389E-4E74-9F82-C6F450611279}" srcOrd="4" destOrd="0" presId="urn:microsoft.com/office/officeart/2005/8/layout/hList2"/>
    <dgm:cxn modelId="{CF849072-B690-4ADF-9B4B-0519AB4E3158}" type="presParOf" srcId="{0ED2134A-389E-4E74-9F82-C6F450611279}" destId="{C7412BFA-5C1F-4B13-81EA-61853EA47A0C}" srcOrd="0" destOrd="0" presId="urn:microsoft.com/office/officeart/2005/8/layout/hList2"/>
    <dgm:cxn modelId="{4F16B6B6-00FB-429C-BF2F-2DF7E2198184}" type="presParOf" srcId="{0ED2134A-389E-4E74-9F82-C6F450611279}" destId="{C67707D6-06E8-42B6-8900-EB95F45E461B}" srcOrd="1" destOrd="0" presId="urn:microsoft.com/office/officeart/2005/8/layout/hList2"/>
    <dgm:cxn modelId="{AA4240EA-3FD6-4BFA-B742-E3B1A9F921EE}" type="presParOf" srcId="{0ED2134A-389E-4E74-9F82-C6F450611279}" destId="{3B098173-3214-4302-86F8-001E680F9FDA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8C32D5-74ED-4AFE-A8B5-1CC4A436583A}">
      <dsp:nvSpPr>
        <dsp:cNvPr id="0" name=""/>
        <dsp:cNvSpPr/>
      </dsp:nvSpPr>
      <dsp:spPr>
        <a:xfrm>
          <a:off x="27" y="1561618"/>
          <a:ext cx="9131272" cy="682038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freezing" dir="t">
            <a:rot lat="0" lon="0" rev="6000000"/>
          </a:lightRig>
        </a:scene3d>
        <a:sp3d contourW="12700" prstMaterial="dkEdge">
          <a:bevelT w="44450" h="25400"/>
          <a:contourClr>
            <a:schemeClr val="accent1">
              <a:tint val="50000"/>
              <a:hueOff val="0"/>
              <a:satOff val="0"/>
              <a:lumOff val="0"/>
              <a:alphaOff val="0"/>
              <a:shade val="3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AE399699-536B-4C83-9D68-F7744E30EB22}">
      <dsp:nvSpPr>
        <dsp:cNvPr id="0" name=""/>
        <dsp:cNvSpPr/>
      </dsp:nvSpPr>
      <dsp:spPr>
        <a:xfrm>
          <a:off x="457222" y="1752623"/>
          <a:ext cx="6886640" cy="3349290"/>
        </a:xfrm>
        <a:prstGeom prst="flowChartDocument">
          <a:avLst/>
        </a:prstGeom>
        <a:noFill/>
        <a:ln w="76200">
          <a:solidFill>
            <a:schemeClr val="bg1"/>
          </a:solidFill>
        </a:ln>
        <a:effectLst/>
        <a:scene3d>
          <a:camera prst="orthographicFront">
            <a:rot lat="0" lon="0" rev="0"/>
          </a:camera>
          <a:lightRig rig="freezing" dir="t">
            <a:rot lat="0" lon="0" rev="6000000"/>
          </a:lightRig>
        </a:scene3d>
        <a:sp3d contourW="12700" prstMaterial="dkEdge">
          <a:bevelT w="44450" h="25400"/>
          <a:contourClr>
            <a:schemeClr val="accent1">
              <a:shade val="80000"/>
              <a:hueOff val="0"/>
              <a:satOff val="0"/>
              <a:lumOff val="0"/>
              <a:alphaOff val="0"/>
              <a:shade val="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400" b="1" kern="1200" dirty="0" smtClean="0">
              <a:solidFill>
                <a:schemeClr val="bg1">
                  <a:lumMod val="95000"/>
                  <a:lumOff val="5000"/>
                </a:schemeClr>
              </a:solidFill>
            </a:rPr>
            <a:t>Data-driven insights from aviation accident data (1962–2023)</a:t>
          </a:r>
          <a:endParaRPr lang="en-US" sz="5400" kern="1200" dirty="0">
            <a:solidFill>
              <a:schemeClr val="bg1">
                <a:lumMod val="95000"/>
                <a:lumOff val="5000"/>
              </a:schemeClr>
            </a:solidFill>
          </a:endParaRPr>
        </a:p>
      </dsp:txBody>
      <dsp:txXfrm>
        <a:off x="457222" y="1752623"/>
        <a:ext cx="6886640" cy="26859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4E1B93-47F4-4AFA-8DF9-D9B959654D3D}">
      <dsp:nvSpPr>
        <dsp:cNvPr id="0" name=""/>
        <dsp:cNvSpPr/>
      </dsp:nvSpPr>
      <dsp:spPr>
        <a:xfrm>
          <a:off x="1995170" y="1760219"/>
          <a:ext cx="2151380" cy="2151380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Filling Null Values and Removing almost  null values</a:t>
          </a:r>
          <a:endParaRPr lang="en-US" sz="1500" kern="1200" dirty="0"/>
        </a:p>
      </dsp:txBody>
      <dsp:txXfrm>
        <a:off x="2427693" y="2264169"/>
        <a:ext cx="1286334" cy="1105854"/>
      </dsp:txXfrm>
    </dsp:sp>
    <dsp:sp modelId="{D93CA989-33DB-47A9-BFD3-3C82C86A49BA}">
      <dsp:nvSpPr>
        <dsp:cNvPr id="0" name=""/>
        <dsp:cNvSpPr/>
      </dsp:nvSpPr>
      <dsp:spPr>
        <a:xfrm>
          <a:off x="743457" y="1251712"/>
          <a:ext cx="1564640" cy="1564640"/>
        </a:xfrm>
        <a:prstGeom prst="gear6">
          <a:avLst/>
        </a:prstGeom>
        <a:solidFill>
          <a:schemeClr val="bg2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Changing Data types</a:t>
          </a:r>
          <a:endParaRPr lang="en-US" sz="1500" kern="1200" dirty="0"/>
        </a:p>
      </dsp:txBody>
      <dsp:txXfrm>
        <a:off x="1137360" y="1647996"/>
        <a:ext cx="776834" cy="772072"/>
      </dsp:txXfrm>
    </dsp:sp>
    <dsp:sp modelId="{F1B3EF00-68AB-4E6E-9BC8-4DB2E02D6ECC}">
      <dsp:nvSpPr>
        <dsp:cNvPr id="0" name=""/>
        <dsp:cNvSpPr/>
      </dsp:nvSpPr>
      <dsp:spPr>
        <a:xfrm rot="20700000">
          <a:off x="1619816" y="172270"/>
          <a:ext cx="1533027" cy="1533027"/>
        </a:xfrm>
        <a:prstGeom prst="gear6">
          <a:avLst/>
        </a:prstGeom>
        <a:solidFill>
          <a:schemeClr val="bg2">
            <a:lumMod val="50000"/>
          </a:schemeClr>
        </a:solidFill>
        <a:ln w="15875" cap="flat" cmpd="sng" algn="ctr">
          <a:solidFill>
            <a:schemeClr val="accent1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Removing  Duplicate Data</a:t>
          </a:r>
          <a:endParaRPr lang="en-US" sz="1500" kern="1200" dirty="0"/>
        </a:p>
      </dsp:txBody>
      <dsp:txXfrm rot="-20700000">
        <a:off x="1956054" y="508507"/>
        <a:ext cx="860552" cy="860552"/>
      </dsp:txXfrm>
    </dsp:sp>
    <dsp:sp modelId="{59A8DA48-B714-4D1D-8689-01C695F98FEC}">
      <dsp:nvSpPr>
        <dsp:cNvPr id="0" name=""/>
        <dsp:cNvSpPr/>
      </dsp:nvSpPr>
      <dsp:spPr>
        <a:xfrm>
          <a:off x="1826668" y="1437326"/>
          <a:ext cx="2753766" cy="2753766"/>
        </a:xfrm>
        <a:prstGeom prst="circularArrow">
          <a:avLst>
            <a:gd name="adj1" fmla="val 4688"/>
            <a:gd name="adj2" fmla="val 299029"/>
            <a:gd name="adj3" fmla="val 2509153"/>
            <a:gd name="adj4" fmla="val 15876466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79CAC3-6C76-4861-9BAC-7EFEC60FAB91}">
      <dsp:nvSpPr>
        <dsp:cNvPr id="0" name=""/>
        <dsp:cNvSpPr/>
      </dsp:nvSpPr>
      <dsp:spPr>
        <a:xfrm>
          <a:off x="466363" y="906729"/>
          <a:ext cx="2000783" cy="2000783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ED7584-5D8E-4BE9-B512-17BDF4BFA4AD}">
      <dsp:nvSpPr>
        <dsp:cNvPr id="0" name=""/>
        <dsp:cNvSpPr/>
      </dsp:nvSpPr>
      <dsp:spPr>
        <a:xfrm>
          <a:off x="1265210" y="-162307"/>
          <a:ext cx="2157247" cy="2157247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404FCF-7023-44B1-960D-065210C2859A}">
      <dsp:nvSpPr>
        <dsp:cNvPr id="0" name=""/>
        <dsp:cNvSpPr/>
      </dsp:nvSpPr>
      <dsp:spPr>
        <a:xfrm rot="10800000">
          <a:off x="562598" y="321"/>
          <a:ext cx="3130362" cy="1277230"/>
        </a:xfrm>
        <a:prstGeom prst="homePlate">
          <a:avLst/>
        </a:prstGeom>
        <a:solidFill>
          <a:schemeClr val="tx1">
            <a:lumMod val="75000"/>
            <a:lumOff val="2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7444" tIns="53340" rIns="99568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 Modern Aircraft makes and models with newer engine make technologies are associated with reduced accident severity</a:t>
          </a:r>
          <a:r>
            <a:rPr lang="en-US" sz="1400" kern="1200" dirty="0" smtClean="0"/>
            <a:t>.</a:t>
          </a:r>
          <a:endParaRPr lang="en-US" sz="1400" kern="1200" dirty="0"/>
        </a:p>
      </dsp:txBody>
      <dsp:txXfrm rot="10800000">
        <a:off x="881905" y="321"/>
        <a:ext cx="2811055" cy="1277230"/>
      </dsp:txXfrm>
    </dsp:sp>
    <dsp:sp modelId="{BA9AF9CF-EC47-475B-B0B4-1F1B3FEC0BE0}">
      <dsp:nvSpPr>
        <dsp:cNvPr id="0" name=""/>
        <dsp:cNvSpPr/>
      </dsp:nvSpPr>
      <dsp:spPr>
        <a:xfrm>
          <a:off x="345639" y="199630"/>
          <a:ext cx="878612" cy="878612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9CEF8E-CDFA-485F-9B69-93BDD57D2070}">
      <dsp:nvSpPr>
        <dsp:cNvPr id="0" name=""/>
        <dsp:cNvSpPr/>
      </dsp:nvSpPr>
      <dsp:spPr>
        <a:xfrm rot="10800000">
          <a:off x="588985" y="1539823"/>
          <a:ext cx="3095179" cy="1163792"/>
        </a:xfrm>
        <a:prstGeom prst="homePlate">
          <a:avLst/>
        </a:prstGeom>
        <a:solidFill>
          <a:schemeClr val="accent6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7444" tIns="53340" rIns="99568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Pilot decisions and experience contribute to most accidents. </a:t>
          </a:r>
          <a:endParaRPr lang="en-US" sz="1400" b="1" kern="1200" dirty="0"/>
        </a:p>
      </dsp:txBody>
      <dsp:txXfrm rot="10800000">
        <a:off x="879933" y="1539823"/>
        <a:ext cx="2804231" cy="1163792"/>
      </dsp:txXfrm>
    </dsp:sp>
    <dsp:sp modelId="{4105DF36-6F6F-4B46-A4D0-2B5AB582BA01}">
      <dsp:nvSpPr>
        <dsp:cNvPr id="0" name=""/>
        <dsp:cNvSpPr/>
      </dsp:nvSpPr>
      <dsp:spPr>
        <a:xfrm>
          <a:off x="354434" y="1682413"/>
          <a:ext cx="878612" cy="878612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DB310A-20A3-4914-9960-5CD00C1F571D}">
      <dsp:nvSpPr>
        <dsp:cNvPr id="0" name=""/>
        <dsp:cNvSpPr/>
      </dsp:nvSpPr>
      <dsp:spPr>
        <a:xfrm rot="10800000">
          <a:off x="660692" y="2965888"/>
          <a:ext cx="2999569" cy="1377189"/>
        </a:xfrm>
        <a:prstGeom prst="homePlate">
          <a:avLst/>
        </a:prstGeom>
        <a:solidFill>
          <a:schemeClr val="accent3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7444" tIns="53340" rIns="99568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Commercial aviation frameworks provide safer operational environments.</a:t>
          </a:r>
          <a:endParaRPr lang="en-US" sz="1400" b="1" kern="1200" dirty="0"/>
        </a:p>
      </dsp:txBody>
      <dsp:txXfrm rot="10800000">
        <a:off x="1004989" y="2965888"/>
        <a:ext cx="2655272" cy="1377189"/>
      </dsp:txXfrm>
    </dsp:sp>
    <dsp:sp modelId="{D8BAB2AC-DDCD-45B9-A4B7-A92C0AE32792}">
      <dsp:nvSpPr>
        <dsp:cNvPr id="0" name=""/>
        <dsp:cNvSpPr/>
      </dsp:nvSpPr>
      <dsp:spPr>
        <a:xfrm>
          <a:off x="378337" y="3215177"/>
          <a:ext cx="878612" cy="878612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0FC0DC-17EC-446A-8B35-AD0844EF7C38}">
      <dsp:nvSpPr>
        <dsp:cNvPr id="0" name=""/>
        <dsp:cNvSpPr/>
      </dsp:nvSpPr>
      <dsp:spPr>
        <a:xfrm rot="16200000">
          <a:off x="-1748135" y="2461568"/>
          <a:ext cx="3784092" cy="224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97714" bIns="0" numCol="1" spcCol="1270" anchor="t" anchorCtr="0">
          <a:noAutofit/>
        </a:bodyPr>
        <a:lstStyle/>
        <a:p>
          <a:pPr lvl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Top Aircraft Makes</a:t>
          </a:r>
          <a:endParaRPr lang="en-US" sz="1800" b="1" kern="1200" dirty="0"/>
        </a:p>
      </dsp:txBody>
      <dsp:txXfrm>
        <a:off x="-1748135" y="2461568"/>
        <a:ext cx="3784092" cy="224179"/>
      </dsp:txXfrm>
    </dsp:sp>
    <dsp:sp modelId="{D85309C6-9808-472F-945C-2B6F5D11440C}">
      <dsp:nvSpPr>
        <dsp:cNvPr id="0" name=""/>
        <dsp:cNvSpPr/>
      </dsp:nvSpPr>
      <dsp:spPr>
        <a:xfrm>
          <a:off x="289478" y="744239"/>
          <a:ext cx="1412214" cy="37840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97714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smtClean="0"/>
            <a:t>Zenith CH-701 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smtClean="0"/>
            <a:t>zodiac </a:t>
          </a:r>
          <a:endParaRPr lang="en-US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smtClean="0"/>
            <a:t>Zodiac CH-601-H</a:t>
          </a:r>
          <a:endParaRPr lang="en-US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smtClean="0"/>
            <a:t>Zodiac CH601XL</a:t>
          </a:r>
          <a:endParaRPr lang="en-US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err="1" smtClean="0"/>
            <a:t>Sportstar</a:t>
          </a:r>
          <a:endParaRPr lang="en-US" sz="1600" b="1" kern="1200" dirty="0"/>
        </a:p>
      </dsp:txBody>
      <dsp:txXfrm>
        <a:off x="289478" y="744239"/>
        <a:ext cx="1412214" cy="3784092"/>
      </dsp:txXfrm>
    </dsp:sp>
    <dsp:sp modelId="{1E8F8A26-D4FE-4B48-8F15-FDA08F0DF43A}">
      <dsp:nvSpPr>
        <dsp:cNvPr id="0" name=""/>
        <dsp:cNvSpPr/>
      </dsp:nvSpPr>
      <dsp:spPr>
        <a:xfrm>
          <a:off x="31820" y="385695"/>
          <a:ext cx="448359" cy="448359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F0CC6E-513D-464B-8ECD-FD8778C4666D}">
      <dsp:nvSpPr>
        <dsp:cNvPr id="0" name=""/>
        <dsp:cNvSpPr/>
      </dsp:nvSpPr>
      <dsp:spPr>
        <a:xfrm rot="16200000">
          <a:off x="13845" y="2461568"/>
          <a:ext cx="3784092" cy="224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97714" bIns="0" numCol="1" spcCol="1270" anchor="t" anchorCtr="0">
          <a:noAutofit/>
        </a:bodyPr>
        <a:lstStyle/>
        <a:p>
          <a:pPr lvl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Top Aircraft Models</a:t>
          </a:r>
          <a:endParaRPr lang="en-US" sz="1800" b="1" kern="1200" dirty="0"/>
        </a:p>
      </dsp:txBody>
      <dsp:txXfrm>
        <a:off x="13845" y="2461568"/>
        <a:ext cx="3784092" cy="224179"/>
      </dsp:txXfrm>
    </dsp:sp>
    <dsp:sp modelId="{E0859421-E1E1-42F0-8FFC-2DC8B8590F14}">
      <dsp:nvSpPr>
        <dsp:cNvPr id="0" name=""/>
        <dsp:cNvSpPr/>
      </dsp:nvSpPr>
      <dsp:spPr>
        <a:xfrm>
          <a:off x="2045549" y="734816"/>
          <a:ext cx="1410941" cy="37840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97714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err="1" smtClean="0"/>
            <a:t>Zilz</a:t>
          </a:r>
          <a:endParaRPr lang="en-US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err="1" smtClean="0"/>
            <a:t>Zukowaski</a:t>
          </a:r>
          <a:endParaRPr lang="en-US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err="1" smtClean="0"/>
            <a:t>Zwart</a:t>
          </a:r>
          <a:endParaRPr lang="en-US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smtClean="0"/>
            <a:t>drone</a:t>
          </a:r>
          <a:endParaRPr lang="en-US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err="1" smtClean="0"/>
            <a:t>Zlin</a:t>
          </a:r>
          <a:r>
            <a:rPr lang="en-US" sz="1600" b="1" kern="1200" dirty="0" smtClean="0"/>
            <a:t> Aviation</a:t>
          </a:r>
          <a:endParaRPr lang="en-US" sz="1600" b="1" kern="1200" dirty="0"/>
        </a:p>
      </dsp:txBody>
      <dsp:txXfrm>
        <a:off x="2045549" y="734816"/>
        <a:ext cx="1410941" cy="3784092"/>
      </dsp:txXfrm>
    </dsp:sp>
    <dsp:sp modelId="{AC784D5F-8131-412D-B4E1-AD57657FF3CC}">
      <dsp:nvSpPr>
        <dsp:cNvPr id="0" name=""/>
        <dsp:cNvSpPr/>
      </dsp:nvSpPr>
      <dsp:spPr>
        <a:xfrm>
          <a:off x="1793801" y="385695"/>
          <a:ext cx="448359" cy="448359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098173-3214-4302-86F8-001E680F9FDA}">
      <dsp:nvSpPr>
        <dsp:cNvPr id="0" name=""/>
        <dsp:cNvSpPr/>
      </dsp:nvSpPr>
      <dsp:spPr>
        <a:xfrm rot="16200000">
          <a:off x="1669397" y="2433604"/>
          <a:ext cx="3784092" cy="224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97714" bIns="0" numCol="1" spcCol="1270" anchor="t" anchorCtr="0">
          <a:noAutofit/>
        </a:bodyPr>
        <a:lstStyle/>
        <a:p>
          <a:pPr lvl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Top Aircraft Engines</a:t>
          </a:r>
          <a:endParaRPr lang="en-US" sz="1800" b="1" kern="1200" dirty="0"/>
        </a:p>
      </dsp:txBody>
      <dsp:txXfrm>
        <a:off x="1669397" y="2433604"/>
        <a:ext cx="3784092" cy="224179"/>
      </dsp:txXfrm>
    </dsp:sp>
    <dsp:sp modelId="{C67707D6-06E8-42B6-8900-EB95F45E461B}">
      <dsp:nvSpPr>
        <dsp:cNvPr id="0" name=""/>
        <dsp:cNvSpPr/>
      </dsp:nvSpPr>
      <dsp:spPr>
        <a:xfrm>
          <a:off x="3700241" y="744239"/>
          <a:ext cx="1318857" cy="37840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97714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smtClean="0"/>
            <a:t>Geared </a:t>
          </a:r>
          <a:r>
            <a:rPr lang="en-US" sz="1600" b="1" kern="1200" dirty="0" err="1" smtClean="0"/>
            <a:t>TurboFan</a:t>
          </a:r>
          <a:endParaRPr lang="en-US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smtClean="0"/>
            <a:t>Hybrid Rocket</a:t>
          </a:r>
          <a:endParaRPr lang="en-US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smtClean="0"/>
            <a:t>LR</a:t>
          </a:r>
          <a:endParaRPr lang="en-US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smtClean="0"/>
            <a:t>Electric</a:t>
          </a:r>
          <a:br>
            <a:rPr lang="en-US" sz="1600" b="1" kern="1200" dirty="0" smtClean="0"/>
          </a:br>
          <a:endParaRPr lang="en-US" sz="1600" b="1" kern="1200" dirty="0"/>
        </a:p>
      </dsp:txBody>
      <dsp:txXfrm>
        <a:off x="3700241" y="744239"/>
        <a:ext cx="1318857" cy="3784092"/>
      </dsp:txXfrm>
    </dsp:sp>
    <dsp:sp modelId="{C7412BFA-5C1F-4B13-81EA-61853EA47A0C}">
      <dsp:nvSpPr>
        <dsp:cNvPr id="0" name=""/>
        <dsp:cNvSpPr/>
      </dsp:nvSpPr>
      <dsp:spPr>
        <a:xfrm>
          <a:off x="3555146" y="385695"/>
          <a:ext cx="448359" cy="448359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591EDA-431C-4C28-A6F2-E926A4A6A44B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A6BF01-5ECA-4669-A705-D93232355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724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Analysis of Aviation Accident Data (1962–2023)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A6BF01-5ECA-4669-A705-D93232355FE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3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581400"/>
            <a:ext cx="39624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447800"/>
            <a:ext cx="3962400" cy="2133600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8" y="6426201"/>
            <a:ext cx="2819399" cy="126999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6400800"/>
            <a:ext cx="457200" cy="152400"/>
          </a:xfrm>
        </p:spPr>
        <p:txBody>
          <a:bodyPr/>
          <a:lstStyle>
            <a:lvl1pPr algn="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0" y="6296248"/>
            <a:ext cx="2820987" cy="1524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36576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8" y="6426201"/>
            <a:ext cx="2819399" cy="126999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6400800"/>
            <a:ext cx="533400" cy="1524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0" y="6296248"/>
            <a:ext cx="2820987" cy="1524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828800"/>
            <a:ext cx="3200400" cy="1752600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3578224"/>
            <a:ext cx="3200645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4290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572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5238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675288"/>
            <a:ext cx="35814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3429000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3840162"/>
            <a:ext cx="35814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457200"/>
            <a:ext cx="3962400" cy="571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4700016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676400"/>
            <a:ext cx="4696967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823693" y="0"/>
            <a:ext cx="320307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36576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772400" y="6400800"/>
            <a:ext cx="5334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ransition spd="med">
    <p:randomBar dir="vert"/>
  </p:transition>
  <p:timing>
    <p:tnLst>
      <p:par>
        <p:cTn id="1" dur="indefinite" restart="never" nodeType="tmRoot"/>
      </p:par>
    </p:tnLst>
  </p:timing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000407154"/>
              </p:ext>
            </p:extLst>
          </p:nvPr>
        </p:nvGraphicFramePr>
        <p:xfrm>
          <a:off x="1" y="-1524000"/>
          <a:ext cx="9131300" cy="838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52213071"/>
      </p:ext>
    </p:extLst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1808922" y="2471530"/>
            <a:ext cx="5486399" cy="17526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Problem Statement </a:t>
            </a:r>
            <a:r>
              <a:rPr lang="en-US" sz="2000" b="1" dirty="0" smtClean="0">
                <a:solidFill>
                  <a:schemeClr val="bg1"/>
                </a:solidFill>
              </a:rPr>
              <a:t>: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pPr lvl="0"/>
            <a:r>
              <a:rPr lang="en-US" sz="2000" dirty="0">
                <a:solidFill>
                  <a:schemeClr val="bg1"/>
                </a:solidFill>
              </a:rPr>
              <a:t>The </a:t>
            </a:r>
            <a:r>
              <a:rPr lang="en-US" sz="2000" dirty="0" err="1">
                <a:solidFill>
                  <a:schemeClr val="bg1"/>
                </a:solidFill>
              </a:rPr>
              <a:t>Cozzy</a:t>
            </a:r>
            <a:r>
              <a:rPr lang="en-US" sz="2000" dirty="0">
                <a:solidFill>
                  <a:schemeClr val="bg1"/>
                </a:solidFill>
              </a:rPr>
              <a:t> Airlines company is set to expand and wants to acquire  aircrafts</a:t>
            </a:r>
            <a:r>
              <a:rPr lang="en-US" sz="2000" b="1" dirty="0">
                <a:solidFill>
                  <a:schemeClr val="bg1"/>
                </a:solidFill>
              </a:rPr>
              <a:t>.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209800" y="4572000"/>
            <a:ext cx="5867399" cy="18288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Key </a:t>
            </a:r>
            <a:r>
              <a:rPr lang="en-US" b="1" dirty="0"/>
              <a:t>Business Question</a:t>
            </a:r>
            <a:r>
              <a:rPr lang="en-US" b="1" dirty="0" smtClean="0"/>
              <a:t>:</a:t>
            </a:r>
          </a:p>
          <a:p>
            <a:endParaRPr lang="en-US" dirty="0"/>
          </a:p>
          <a:p>
            <a:r>
              <a:rPr lang="en-US" i="1" dirty="0"/>
              <a:t>Which aircraft types present the lowest operational risk for initial investment?</a:t>
            </a:r>
            <a:endParaRPr lang="en-US" dirty="0"/>
          </a:p>
        </p:txBody>
      </p:sp>
      <p:sp>
        <p:nvSpPr>
          <p:cNvPr id="12" name="Round Diagonal Corner Rectangle 11"/>
          <p:cNvSpPr/>
          <p:nvPr/>
        </p:nvSpPr>
        <p:spPr>
          <a:xfrm>
            <a:off x="152400" y="102704"/>
            <a:ext cx="4724400" cy="2030896"/>
          </a:xfrm>
          <a:prstGeom prst="round2Diag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Business Understanding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824190219"/>
      </p:ext>
    </p:extLst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152400"/>
            <a:ext cx="8216900" cy="6629400"/>
          </a:xfrm>
          <a:prstGeom prst="rect">
            <a:avLst/>
          </a:prstGeom>
        </p:spPr>
      </p:pic>
      <p:sp>
        <p:nvSpPr>
          <p:cNvPr id="3" name="Snip and Round Single Corner Rectangle 2"/>
          <p:cNvSpPr/>
          <p:nvPr/>
        </p:nvSpPr>
        <p:spPr>
          <a:xfrm>
            <a:off x="3962400" y="381000"/>
            <a:ext cx="4279900" cy="1447800"/>
          </a:xfrm>
          <a:prstGeom prst="snip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Data Understanding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4800" y="2362200"/>
            <a:ext cx="4298950" cy="160020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Data Source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smtClean="0"/>
              <a:t>The National </a:t>
            </a:r>
            <a:r>
              <a:rPr lang="en-US" b="1" dirty="0"/>
              <a:t>Transportation Safety Board (NTSB</a:t>
            </a:r>
            <a:r>
              <a:rPr lang="en-US" b="1" dirty="0" smtClean="0"/>
              <a:t>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Aviation accidents and incidents (1962–2023</a:t>
            </a:r>
            <a:r>
              <a:rPr lang="en-US" b="1" dirty="0" smtClean="0"/>
              <a:t>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Extracted from </a:t>
            </a:r>
            <a:r>
              <a:rPr lang="en-US" b="1" dirty="0" err="1"/>
              <a:t>Kaggle</a:t>
            </a:r>
            <a:endParaRPr lang="en-US" b="1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/>
          </a:p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5105400" y="2743200"/>
            <a:ext cx="3136900" cy="373380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Data </a:t>
            </a:r>
            <a:r>
              <a:rPr lang="en-US" sz="28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Description</a:t>
            </a:r>
          </a:p>
          <a:p>
            <a:endParaRPr lang="en-US" sz="900" b="1" dirty="0" smtClean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r>
              <a:rPr lang="en-US" sz="14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With </a:t>
            </a:r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o</a:t>
            </a:r>
            <a:r>
              <a:rPr lang="en-US" sz="14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ver </a:t>
            </a:r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90,000 accident </a:t>
            </a:r>
            <a:r>
              <a:rPr lang="en-US" sz="14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records</a:t>
            </a:r>
          </a:p>
          <a:p>
            <a:pPr marL="171450" indent="-171450">
              <a:buFontTx/>
              <a:buChar char="-"/>
            </a:pPr>
            <a:endParaRPr lang="en-US" sz="14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r>
              <a:rPr lang="en-US" sz="14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Has 30</a:t>
            </a:r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+ variables including:</a:t>
            </a:r>
          </a:p>
          <a:p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 - Aircraft category</a:t>
            </a:r>
          </a:p>
          <a:p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 - Engine type</a:t>
            </a:r>
          </a:p>
          <a:p>
            <a:r>
              <a:rPr lang="en-US" sz="14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 - </a:t>
            </a:r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Fatalities(minor , serious , fatal </a:t>
            </a:r>
            <a:r>
              <a:rPr lang="en-US" sz="14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)</a:t>
            </a:r>
            <a:endParaRPr lang="en-US" sz="14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r>
              <a:rPr lang="en-US" sz="14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 - </a:t>
            </a:r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Event and publication dates</a:t>
            </a:r>
          </a:p>
          <a:p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 - Weather conditions</a:t>
            </a:r>
          </a:p>
        </p:txBody>
      </p:sp>
    </p:spTree>
    <p:extLst>
      <p:ext uri="{BB962C8B-B14F-4D97-AF65-F5344CB8AC3E}">
        <p14:creationId xmlns:p14="http://schemas.microsoft.com/office/powerpoint/2010/main" val="1304140907"/>
      </p:ext>
    </p:extLst>
  </p:cSld>
  <p:clrMapOvr>
    <a:masterClrMapping/>
  </p:clrMapOvr>
  <p:transition spd="med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isplay 2"/>
          <p:cNvSpPr/>
          <p:nvPr/>
        </p:nvSpPr>
        <p:spPr>
          <a:xfrm>
            <a:off x="1016000" y="152400"/>
            <a:ext cx="5918200" cy="2133600"/>
          </a:xfrm>
          <a:prstGeom prst="flowChartDisplay">
            <a:avLst/>
          </a:prstGeom>
          <a:solidFill>
            <a:schemeClr val="accent1">
              <a:lumMod val="60000"/>
              <a:lumOff val="40000"/>
              <a:alpha val="93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Data Preparation</a:t>
            </a:r>
            <a:endParaRPr lang="en-US" sz="5400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chemeClr val="accent1">
                  <a:lumMod val="60000"/>
                  <a:lumOff val="40000"/>
                  <a:alpha val="95000"/>
                </a:schemeClr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020549047"/>
              </p:ext>
            </p:extLst>
          </p:nvPr>
        </p:nvGraphicFramePr>
        <p:xfrm>
          <a:off x="2743200" y="2667000"/>
          <a:ext cx="4381500" cy="391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loud 5"/>
          <p:cNvSpPr/>
          <p:nvPr/>
        </p:nvSpPr>
        <p:spPr>
          <a:xfrm rot="20436174">
            <a:off x="-10743" y="3475850"/>
            <a:ext cx="3243397" cy="200440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Steps to Clean the data</a:t>
            </a:r>
            <a:endParaRPr lang="en-US" sz="32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57800" y="1219200"/>
            <a:ext cx="76200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84908"/>
      </p:ext>
    </p:extLst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228600"/>
            <a:ext cx="5105400" cy="4267200"/>
          </a:xfrm>
        </p:spPr>
        <p:txBody>
          <a:bodyPr>
            <a:normAutofit/>
          </a:bodyPr>
          <a:lstStyle/>
          <a:p>
            <a:r>
              <a:rPr lang="en-US" sz="6000" b="1" dirty="0" smtClean="0">
                <a:solidFill>
                  <a:schemeClr val="accent2">
                    <a:lumMod val="50000"/>
                  </a:schemeClr>
                </a:solidFill>
              </a:rPr>
              <a:t>DATA ANALYSIS &amp; VISUALIZATION</a:t>
            </a:r>
            <a:endParaRPr lang="en-US" sz="6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2209800" y="5562600"/>
            <a:ext cx="5715000" cy="914400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smtClean="0"/>
              <a:t>Visualization was done using </a:t>
            </a:r>
            <a:r>
              <a:rPr lang="en-US" dirty="0" err="1" smtClean="0"/>
              <a:t>matplotlib</a:t>
            </a:r>
            <a:r>
              <a:rPr lang="en-US" dirty="0" smtClean="0"/>
              <a:t> in python and also using tableau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366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304800"/>
            <a:ext cx="3733800" cy="5821680"/>
          </a:xfrm>
        </p:spPr>
        <p:txBody>
          <a:bodyPr/>
          <a:lstStyle/>
          <a:p>
            <a:pPr marL="114300" indent="0" algn="ctr">
              <a:buNone/>
            </a:pPr>
            <a:r>
              <a:rPr lang="en-US" sz="3200" b="1" dirty="0"/>
              <a:t>Top 50 Aircraft Makes by Total Accidents</a:t>
            </a:r>
            <a:endParaRPr lang="en-US" sz="3200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228600"/>
            <a:ext cx="3657600" cy="5897880"/>
          </a:xfrm>
        </p:spPr>
        <p:txBody>
          <a:bodyPr/>
          <a:lstStyle/>
          <a:p>
            <a:pPr marL="114300" indent="0" algn="ctr">
              <a:buNone/>
            </a:pPr>
            <a:r>
              <a:rPr lang="en-US" sz="3200" b="1" dirty="0"/>
              <a:t>Top 50 Aircraft </a:t>
            </a:r>
            <a:r>
              <a:rPr lang="en-US" sz="3200" b="1" dirty="0" smtClean="0"/>
              <a:t>Models </a:t>
            </a:r>
            <a:r>
              <a:rPr lang="en-US" sz="3200" b="1" dirty="0"/>
              <a:t>by Total </a:t>
            </a:r>
            <a:r>
              <a:rPr lang="en-US" sz="3200" b="1" dirty="0" smtClean="0"/>
              <a:t>Accidents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184" y="3414710"/>
            <a:ext cx="47632" cy="285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981201"/>
            <a:ext cx="3962400" cy="473709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981200"/>
            <a:ext cx="3810000" cy="473709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14400" y="533400"/>
            <a:ext cx="6872284" cy="1219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Top 50 Aircraft Makes and Models VS Total accidents</a:t>
            </a:r>
            <a:endParaRPr lang="en-U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088509"/>
      </p:ext>
    </p:extLst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56" y="1600200"/>
            <a:ext cx="8238744" cy="51816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2">
                    <a:lumMod val="50000"/>
                  </a:schemeClr>
                </a:solidFill>
              </a:rPr>
              <a:t>Aircraft Type vs Injuries fatalities </a:t>
            </a:r>
            <a:endParaRPr lang="en-US" sz="40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17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8000">
        <p:randomBar dir="vert"/>
      </p:transition>
    </mc:Choice>
    <mc:Fallback>
      <p:transition spd="slow" advTm="8000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04801"/>
            <a:ext cx="7315200" cy="13716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accent3">
                    <a:lumMod val="75000"/>
                  </a:schemeClr>
                </a:solidFill>
              </a:rPr>
              <a:t>Engine Make vs Injury Severity</a:t>
            </a:r>
            <a:endParaRPr lang="en-US" sz="40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76400"/>
            <a:ext cx="8763000" cy="4213676"/>
          </a:xfrm>
        </p:spPr>
      </p:pic>
    </p:spTree>
    <p:extLst>
      <p:ext uri="{BB962C8B-B14F-4D97-AF65-F5344CB8AC3E}">
        <p14:creationId xmlns:p14="http://schemas.microsoft.com/office/powerpoint/2010/main" val="2686438681"/>
      </p:ext>
    </p:extLst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200"/>
            <a:ext cx="8763000" cy="50292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57201"/>
            <a:ext cx="8229600" cy="990600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chemeClr val="accent6">
                    <a:lumMod val="50000"/>
                  </a:schemeClr>
                </a:solidFill>
              </a:rPr>
              <a:t>Interactive Dashboard </a:t>
            </a:r>
            <a:endParaRPr lang="en-US" sz="60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9144038"/>
      </p:ext>
    </p:extLst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4148215993"/>
              </p:ext>
            </p:extLst>
          </p:nvPr>
        </p:nvGraphicFramePr>
        <p:xfrm>
          <a:off x="4800600" y="2286000"/>
          <a:ext cx="4038600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Folded Corner 9"/>
          <p:cNvSpPr/>
          <p:nvPr/>
        </p:nvSpPr>
        <p:spPr>
          <a:xfrm>
            <a:off x="3886200" y="25400"/>
            <a:ext cx="4724400" cy="18288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BUSINESS RECOMMENDATIONS</a:t>
            </a:r>
          </a:p>
        </p:txBody>
      </p:sp>
      <p:graphicFrame>
        <p:nvGraphicFramePr>
          <p:cNvPr id="14" name="Diagram 13"/>
          <p:cNvGraphicFramePr/>
          <p:nvPr>
            <p:extLst>
              <p:ext uri="{D42A27DB-BD31-4B8C-83A1-F6EECF244321}">
                <p14:modId xmlns:p14="http://schemas.microsoft.com/office/powerpoint/2010/main" val="2236779360"/>
              </p:ext>
            </p:extLst>
          </p:nvPr>
        </p:nvGraphicFramePr>
        <p:xfrm>
          <a:off x="25400" y="1854200"/>
          <a:ext cx="5029200" cy="485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671401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sz="2000" b="1" dirty="0" smtClean="0">
                <a:solidFill>
                  <a:schemeClr val="accent3">
                    <a:lumMod val="75000"/>
                  </a:schemeClr>
                </a:solidFill>
              </a:rPr>
              <a:t>Check me out on linked in @</a:t>
            </a:r>
            <a:r>
              <a:rPr lang="en-US" sz="2000" b="1" dirty="0" err="1" smtClean="0">
                <a:solidFill>
                  <a:schemeClr val="accent3">
                    <a:lumMod val="75000"/>
                  </a:schemeClr>
                </a:solidFill>
              </a:rPr>
              <a:t>SenseiKarani</a:t>
            </a:r>
            <a:endParaRPr lang="en-US" sz="20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077" name="Picture 5" descr="C:\Program Files (x86)\Microsoft Office\MEDIA\CAGCAT10\j030295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0"/>
            <a:ext cx="5486400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47674" y="228601"/>
            <a:ext cx="3514725" cy="3187700"/>
          </a:xfrm>
        </p:spPr>
        <p:txBody>
          <a:bodyPr>
            <a:normAutofit/>
          </a:bodyPr>
          <a:lstStyle/>
          <a:p>
            <a:r>
              <a:rPr lang="en-US" sz="2400" b="1" dirty="0"/>
              <a:t>Any Questions ?</a:t>
            </a:r>
          </a:p>
          <a:p>
            <a:pPr marL="45720" indent="0">
              <a:buNone/>
            </a:pPr>
            <a:r>
              <a:rPr lang="en-US" sz="2400" b="1" dirty="0"/>
              <a:t>       Feel Free to ask</a:t>
            </a:r>
          </a:p>
          <a:p>
            <a:pPr marL="45720" indent="0">
              <a:buNone/>
            </a:pPr>
            <a:endParaRPr lang="en-US" sz="2400" b="1" dirty="0" smtClean="0"/>
          </a:p>
          <a:p>
            <a:endParaRPr lang="en-US" sz="2400" b="1" dirty="0"/>
          </a:p>
          <a:p>
            <a:endParaRPr lang="en-US" sz="2400" b="1" dirty="0" smtClean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2800" y="457200"/>
            <a:ext cx="4343400" cy="5714999"/>
          </a:xfrm>
        </p:spPr>
        <p:txBody>
          <a:bodyPr>
            <a:normAutofit/>
          </a:bodyPr>
          <a:lstStyle/>
          <a:p>
            <a:r>
              <a:rPr lang="en-US" sz="6600" b="1" dirty="0" smtClean="0">
                <a:solidFill>
                  <a:schemeClr val="accent1">
                    <a:lumMod val="75000"/>
                  </a:schemeClr>
                </a:solidFill>
              </a:rPr>
              <a:t>THANKYOU </a:t>
            </a:r>
            <a:r>
              <a:rPr lang="en-US" sz="6600" b="1" dirty="0" smtClean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</a:t>
            </a:r>
            <a:endParaRPr lang="en-US" sz="6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076" name="Picture 4" descr="C:\Program Files (x86)\Microsoft Office\MEDIA\CAGCAT10\j0195812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76400"/>
            <a:ext cx="1773238" cy="134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:\Program Files (x86)\Microsoft Office\MEDIA\CAGCAT10\j0292982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3484563"/>
            <a:ext cx="1843088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287082"/>
      </p:ext>
    </p:extLst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mposite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Composit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os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204</TotalTime>
  <Words>270</Words>
  <Application>Microsoft Office PowerPoint</Application>
  <PresentationFormat>On-screen Show (4:3)</PresentationFormat>
  <Paragraphs>74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Composite</vt:lpstr>
      <vt:lpstr>PowerPoint Presentation</vt:lpstr>
      <vt:lpstr>PowerPoint Presentation</vt:lpstr>
      <vt:lpstr>PowerPoint Presentation</vt:lpstr>
      <vt:lpstr>PowerPoint Presentation</vt:lpstr>
      <vt:lpstr>DATA ANALYSIS &amp; VISUALIZATION</vt:lpstr>
      <vt:lpstr>PowerPoint Presentation</vt:lpstr>
      <vt:lpstr>Aircraft Type vs Injuries fatalities </vt:lpstr>
      <vt:lpstr>Engine Make vs Injury Severity</vt:lpstr>
      <vt:lpstr>Interactive Dashboard </vt:lpstr>
      <vt:lpstr>PowerPoint Presentation</vt:lpstr>
      <vt:lpstr>THANKYOU 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insights from aviation accident data (1962–2023)</dc:title>
  <dc:creator>Ian sensei</dc:creator>
  <cp:lastModifiedBy>Ian sensei</cp:lastModifiedBy>
  <cp:revision>23</cp:revision>
  <dcterms:created xsi:type="dcterms:W3CDTF">2006-08-16T00:00:00Z</dcterms:created>
  <dcterms:modified xsi:type="dcterms:W3CDTF">2025-12-19T22:35:09Z</dcterms:modified>
</cp:coreProperties>
</file>